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64" r:id="rId6"/>
    <p:sldId id="258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8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60" r:id="rId26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63BD349-38AE-4FE8-A561-361875D5F525}">
          <p14:sldIdLst>
            <p14:sldId id="256"/>
            <p14:sldId id="264"/>
            <p14:sldId id="258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82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7" autoAdjust="0"/>
    <p:restoredTop sz="90941" autoAdjust="0"/>
  </p:normalViewPr>
  <p:slideViewPr>
    <p:cSldViewPr snapToGrid="0">
      <p:cViewPr varScale="1">
        <p:scale>
          <a:sx n="97" d="100"/>
          <a:sy n="97" d="100"/>
        </p:scale>
        <p:origin x="10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pPr>
            <a:r>
              <a:rPr lang="es-ES"/>
              <a:t>Nivel de Conocimiento Financiero por Edades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Nivel financiero (puntuación 0–10)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Hoja1!$A$2:$A$5</c:f>
              <c:strCache>
                <c:ptCount val="4"/>
                <c:pt idx="0">
                  <c:v>16–25 años</c:v>
                </c:pt>
                <c:pt idx="1">
                  <c:v>26–35 años</c:v>
                </c:pt>
                <c:pt idx="2">
                  <c:v>36–45 años</c:v>
                </c:pt>
                <c:pt idx="3">
                  <c:v>46–60 años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55-4546-8F1E-A68C2BCBEA4E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% que NO sabe conceptos básicos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Hoja1!$A$2:$A$5</c:f>
              <c:strCache>
                <c:ptCount val="4"/>
                <c:pt idx="0">
                  <c:v>16–25 años</c:v>
                </c:pt>
                <c:pt idx="1">
                  <c:v>26–35 años</c:v>
                </c:pt>
                <c:pt idx="2">
                  <c:v>36–45 años</c:v>
                </c:pt>
                <c:pt idx="3">
                  <c:v>46–60 años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81</c:v>
                </c:pt>
                <c:pt idx="1">
                  <c:v>67</c:v>
                </c:pt>
                <c:pt idx="2">
                  <c:v>53</c:v>
                </c:pt>
                <c:pt idx="3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55-4546-8F1E-A68C2BCBEA4E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% que sí tiene conocimientos básicos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Hoja1!$A$2:$A$5</c:f>
              <c:strCache>
                <c:ptCount val="4"/>
                <c:pt idx="0">
                  <c:v>16–25 años</c:v>
                </c:pt>
                <c:pt idx="1">
                  <c:v>26–35 años</c:v>
                </c:pt>
                <c:pt idx="2">
                  <c:v>36–45 años</c:v>
                </c:pt>
                <c:pt idx="3">
                  <c:v>46–60 años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19</c:v>
                </c:pt>
                <c:pt idx="1">
                  <c:v>33</c:v>
                </c:pt>
                <c:pt idx="2">
                  <c:v>47</c:v>
                </c:pt>
                <c:pt idx="3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55-4546-8F1E-A68C2BCBEA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4174992"/>
        <c:axId val="144165392"/>
        <c:axId val="0"/>
      </c:bar3DChart>
      <c:catAx>
        <c:axId val="144174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4165392"/>
        <c:crosses val="autoZero"/>
        <c:auto val="1"/>
        <c:lblAlgn val="ctr"/>
        <c:lblOffset val="100"/>
        <c:noMultiLvlLbl val="0"/>
      </c:catAx>
      <c:valAx>
        <c:axId val="14416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4174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a:defRPr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A3E80-EFF0-4F0F-ADC0-155E21412C0D}" type="doc">
      <dgm:prSet loTypeId="urn:microsoft.com/office/officeart/2005/8/layout/equation1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7D5300D-9C9B-43B9-AC47-6783103C87F9}">
      <dgm:prSet phldrT="[Texto]"/>
      <dgm:spPr/>
      <dgm:t>
        <a:bodyPr/>
        <a:lstStyle/>
        <a:p>
          <a:pPr>
            <a:buNone/>
          </a:pPr>
          <a:r>
            <a:rPr lang="es-ES" dirty="0"/>
            <a:t>Educación financiera</a:t>
          </a:r>
        </a:p>
      </dgm:t>
    </dgm:pt>
    <dgm:pt modelId="{0029CA27-BFBF-46B7-B98B-EB592DAAE5EA}" type="parTrans" cxnId="{73F2B25D-2F57-4874-8D32-81B7F07DBD43}">
      <dgm:prSet/>
      <dgm:spPr/>
      <dgm:t>
        <a:bodyPr/>
        <a:lstStyle/>
        <a:p>
          <a:endParaRPr lang="es-ES"/>
        </a:p>
      </dgm:t>
    </dgm:pt>
    <dgm:pt modelId="{F8B873E5-D72E-40EA-A65E-494DC52D67A7}" type="sibTrans" cxnId="{73F2B25D-2F57-4874-8D32-81B7F07DBD43}">
      <dgm:prSet/>
      <dgm:spPr/>
      <dgm:t>
        <a:bodyPr/>
        <a:lstStyle/>
        <a:p>
          <a:endParaRPr lang="es-ES"/>
        </a:p>
      </dgm:t>
    </dgm:pt>
    <dgm:pt modelId="{3FD6B880-A1C2-46D5-9A3E-D9137022288F}">
      <dgm:prSet phldrT="[Texto]"/>
      <dgm:spPr/>
      <dgm:t>
        <a:bodyPr/>
        <a:lstStyle/>
        <a:p>
          <a:pPr>
            <a:buNone/>
          </a:pPr>
          <a:r>
            <a:rPr lang="es-ES" dirty="0"/>
            <a:t>Gestión del dinero</a:t>
          </a:r>
        </a:p>
      </dgm:t>
    </dgm:pt>
    <dgm:pt modelId="{CCFE8CD2-D427-4637-B201-F7349429241D}" type="parTrans" cxnId="{73156370-A58B-4E80-AC29-B20E7F874CD8}">
      <dgm:prSet/>
      <dgm:spPr/>
      <dgm:t>
        <a:bodyPr/>
        <a:lstStyle/>
        <a:p>
          <a:endParaRPr lang="es-ES"/>
        </a:p>
      </dgm:t>
    </dgm:pt>
    <dgm:pt modelId="{C45CA8FE-E62F-42F8-AAB2-8767E1A1C4C4}" type="sibTrans" cxnId="{73156370-A58B-4E80-AC29-B20E7F874CD8}">
      <dgm:prSet/>
      <dgm:spPr/>
      <dgm:t>
        <a:bodyPr/>
        <a:lstStyle/>
        <a:p>
          <a:endParaRPr lang="es-ES"/>
        </a:p>
      </dgm:t>
    </dgm:pt>
    <dgm:pt modelId="{6EDCC849-6C8E-453C-B1DA-82453EA00FBE}">
      <dgm:prSet phldrT="[Texto]"/>
      <dgm:spPr/>
      <dgm:t>
        <a:bodyPr/>
        <a:lstStyle/>
        <a:p>
          <a:pPr>
            <a:buNone/>
          </a:pPr>
          <a:r>
            <a:rPr lang="es-ES" dirty="0"/>
            <a:t>Healty wallet</a:t>
          </a:r>
        </a:p>
      </dgm:t>
    </dgm:pt>
    <dgm:pt modelId="{0746F6BD-1C71-4D25-A312-23513949C921}" type="parTrans" cxnId="{E7C8A5FC-9934-4BEF-A58B-7A61F4F15005}">
      <dgm:prSet/>
      <dgm:spPr/>
      <dgm:t>
        <a:bodyPr/>
        <a:lstStyle/>
        <a:p>
          <a:endParaRPr lang="es-ES"/>
        </a:p>
      </dgm:t>
    </dgm:pt>
    <dgm:pt modelId="{4AEC9F6A-ED4E-491A-AE70-6DD147195C24}" type="sibTrans" cxnId="{E7C8A5FC-9934-4BEF-A58B-7A61F4F15005}">
      <dgm:prSet/>
      <dgm:spPr/>
      <dgm:t>
        <a:bodyPr/>
        <a:lstStyle/>
        <a:p>
          <a:endParaRPr lang="es-ES"/>
        </a:p>
      </dgm:t>
    </dgm:pt>
    <dgm:pt modelId="{718FBCEA-85F7-4955-A09E-B3D8E2979BE2}">
      <dgm:prSet phldrT="[Texto]" phldr="0"/>
      <dgm:spPr/>
      <dgm:t>
        <a:bodyPr/>
        <a:lstStyle/>
        <a:p>
          <a:pPr>
            <a:buNone/>
          </a:pPr>
          <a:r>
            <a:rPr lang="es-ES" dirty="0"/>
            <a:t>Gratuidad y accesibilidad total</a:t>
          </a:r>
        </a:p>
      </dgm:t>
    </dgm:pt>
    <dgm:pt modelId="{E8C8EDBC-71D5-400A-BEA8-F894FA8F5225}" type="parTrans" cxnId="{F4E80CC8-698B-47EA-BE54-7DDCC461995E}">
      <dgm:prSet/>
      <dgm:spPr/>
      <dgm:t>
        <a:bodyPr/>
        <a:lstStyle/>
        <a:p>
          <a:endParaRPr lang="es-ES"/>
        </a:p>
      </dgm:t>
    </dgm:pt>
    <dgm:pt modelId="{AF5FCA96-3582-4907-A366-9EDC4EF214DC}" type="sibTrans" cxnId="{F4E80CC8-698B-47EA-BE54-7DDCC461995E}">
      <dgm:prSet/>
      <dgm:spPr/>
      <dgm:t>
        <a:bodyPr/>
        <a:lstStyle/>
        <a:p>
          <a:endParaRPr lang="es-ES"/>
        </a:p>
      </dgm:t>
    </dgm:pt>
    <dgm:pt modelId="{2D41A9DD-BA34-45C8-BB2B-2473B837168F}" type="pres">
      <dgm:prSet presAssocID="{FB0A3E80-EFF0-4F0F-ADC0-155E21412C0D}" presName="linearFlow" presStyleCnt="0">
        <dgm:presLayoutVars>
          <dgm:dir/>
          <dgm:resizeHandles val="exact"/>
        </dgm:presLayoutVars>
      </dgm:prSet>
      <dgm:spPr/>
    </dgm:pt>
    <dgm:pt modelId="{789F8BD0-BD71-4EF9-8075-62AD1616E213}" type="pres">
      <dgm:prSet presAssocID="{C7D5300D-9C9B-43B9-AC47-6783103C87F9}" presName="node" presStyleLbl="node1" presStyleIdx="0" presStyleCnt="4">
        <dgm:presLayoutVars>
          <dgm:bulletEnabled val="1"/>
        </dgm:presLayoutVars>
      </dgm:prSet>
      <dgm:spPr/>
    </dgm:pt>
    <dgm:pt modelId="{DD708543-1B49-4F23-81D4-5939E34642E3}" type="pres">
      <dgm:prSet presAssocID="{F8B873E5-D72E-40EA-A65E-494DC52D67A7}" presName="spacerL" presStyleCnt="0"/>
      <dgm:spPr/>
    </dgm:pt>
    <dgm:pt modelId="{75BA8870-36F4-44ED-B6A2-ACB0A88BF407}" type="pres">
      <dgm:prSet presAssocID="{F8B873E5-D72E-40EA-A65E-494DC52D67A7}" presName="sibTrans" presStyleLbl="sibTrans2D1" presStyleIdx="0" presStyleCnt="3"/>
      <dgm:spPr/>
    </dgm:pt>
    <dgm:pt modelId="{628D0C45-E91E-4985-BA99-BA9A49EA86BA}" type="pres">
      <dgm:prSet presAssocID="{F8B873E5-D72E-40EA-A65E-494DC52D67A7}" presName="spacerR" presStyleCnt="0"/>
      <dgm:spPr/>
    </dgm:pt>
    <dgm:pt modelId="{BD58D84A-C774-456F-B3ED-2953508FAF09}" type="pres">
      <dgm:prSet presAssocID="{3FD6B880-A1C2-46D5-9A3E-D9137022288F}" presName="node" presStyleLbl="node1" presStyleIdx="1" presStyleCnt="4">
        <dgm:presLayoutVars>
          <dgm:bulletEnabled val="1"/>
        </dgm:presLayoutVars>
      </dgm:prSet>
      <dgm:spPr/>
    </dgm:pt>
    <dgm:pt modelId="{D073E317-37E5-45D6-9DF6-6F20D97B3C82}" type="pres">
      <dgm:prSet presAssocID="{C45CA8FE-E62F-42F8-AAB2-8767E1A1C4C4}" presName="spacerL" presStyleCnt="0"/>
      <dgm:spPr/>
    </dgm:pt>
    <dgm:pt modelId="{45B21AC2-CB62-4F93-A4F7-9122EFEB3179}" type="pres">
      <dgm:prSet presAssocID="{C45CA8FE-E62F-42F8-AAB2-8767E1A1C4C4}" presName="sibTrans" presStyleLbl="sibTrans2D1" presStyleIdx="1" presStyleCnt="3"/>
      <dgm:spPr/>
    </dgm:pt>
    <dgm:pt modelId="{D90D6FAC-A3E9-4EC9-8021-E9973BEA4C8C}" type="pres">
      <dgm:prSet presAssocID="{C45CA8FE-E62F-42F8-AAB2-8767E1A1C4C4}" presName="spacerR" presStyleCnt="0"/>
      <dgm:spPr/>
    </dgm:pt>
    <dgm:pt modelId="{5A226CE2-8585-4D18-85EF-A64AE35DCCC6}" type="pres">
      <dgm:prSet presAssocID="{718FBCEA-85F7-4955-A09E-B3D8E2979BE2}" presName="node" presStyleLbl="node1" presStyleIdx="2" presStyleCnt="4">
        <dgm:presLayoutVars>
          <dgm:bulletEnabled val="1"/>
        </dgm:presLayoutVars>
      </dgm:prSet>
      <dgm:spPr/>
    </dgm:pt>
    <dgm:pt modelId="{6AFB2705-47F4-4BF1-8F64-8382D834F9BB}" type="pres">
      <dgm:prSet presAssocID="{AF5FCA96-3582-4907-A366-9EDC4EF214DC}" presName="spacerL" presStyleCnt="0"/>
      <dgm:spPr/>
    </dgm:pt>
    <dgm:pt modelId="{F7BEE9BC-FB1C-4EC2-924B-133DA2E8BBED}" type="pres">
      <dgm:prSet presAssocID="{AF5FCA96-3582-4907-A366-9EDC4EF214DC}" presName="sibTrans" presStyleLbl="sibTrans2D1" presStyleIdx="2" presStyleCnt="3"/>
      <dgm:spPr/>
    </dgm:pt>
    <dgm:pt modelId="{EC9F66E6-678B-42FC-85CF-401A604E48FA}" type="pres">
      <dgm:prSet presAssocID="{AF5FCA96-3582-4907-A366-9EDC4EF214DC}" presName="spacerR" presStyleCnt="0"/>
      <dgm:spPr/>
    </dgm:pt>
    <dgm:pt modelId="{796A2205-1BAC-4AC2-B809-45189FC5FD0B}" type="pres">
      <dgm:prSet presAssocID="{6EDCC849-6C8E-453C-B1DA-82453EA00FBE}" presName="node" presStyleLbl="node1" presStyleIdx="3" presStyleCnt="4">
        <dgm:presLayoutVars>
          <dgm:bulletEnabled val="1"/>
        </dgm:presLayoutVars>
      </dgm:prSet>
      <dgm:spPr/>
    </dgm:pt>
  </dgm:ptLst>
  <dgm:cxnLst>
    <dgm:cxn modelId="{1EBDC818-C477-4A13-B104-2534BF6A2322}" type="presOf" srcId="{3FD6B880-A1C2-46D5-9A3E-D9137022288F}" destId="{BD58D84A-C774-456F-B3ED-2953508FAF09}" srcOrd="0" destOrd="0" presId="urn:microsoft.com/office/officeart/2005/8/layout/equation1"/>
    <dgm:cxn modelId="{78852D2E-9571-442A-B498-5B16D5F0926D}" type="presOf" srcId="{F8B873E5-D72E-40EA-A65E-494DC52D67A7}" destId="{75BA8870-36F4-44ED-B6A2-ACB0A88BF407}" srcOrd="0" destOrd="0" presId="urn:microsoft.com/office/officeart/2005/8/layout/equation1"/>
    <dgm:cxn modelId="{73F2B25D-2F57-4874-8D32-81B7F07DBD43}" srcId="{FB0A3E80-EFF0-4F0F-ADC0-155E21412C0D}" destId="{C7D5300D-9C9B-43B9-AC47-6783103C87F9}" srcOrd="0" destOrd="0" parTransId="{0029CA27-BFBF-46B7-B98B-EB592DAAE5EA}" sibTransId="{F8B873E5-D72E-40EA-A65E-494DC52D67A7}"/>
    <dgm:cxn modelId="{73156370-A58B-4E80-AC29-B20E7F874CD8}" srcId="{FB0A3E80-EFF0-4F0F-ADC0-155E21412C0D}" destId="{3FD6B880-A1C2-46D5-9A3E-D9137022288F}" srcOrd="1" destOrd="0" parTransId="{CCFE8CD2-D427-4637-B201-F7349429241D}" sibTransId="{C45CA8FE-E62F-42F8-AAB2-8767E1A1C4C4}"/>
    <dgm:cxn modelId="{24AFDC58-E0B9-47E9-BEB4-C3F91CB58E6D}" type="presOf" srcId="{718FBCEA-85F7-4955-A09E-B3D8E2979BE2}" destId="{5A226CE2-8585-4D18-85EF-A64AE35DCCC6}" srcOrd="0" destOrd="0" presId="urn:microsoft.com/office/officeart/2005/8/layout/equation1"/>
    <dgm:cxn modelId="{896F0FB8-B782-4411-99E7-9B9C6E2BA929}" type="presOf" srcId="{C45CA8FE-E62F-42F8-AAB2-8767E1A1C4C4}" destId="{45B21AC2-CB62-4F93-A4F7-9122EFEB3179}" srcOrd="0" destOrd="0" presId="urn:microsoft.com/office/officeart/2005/8/layout/equation1"/>
    <dgm:cxn modelId="{08F639BD-F7F9-474B-BB97-70C688739C4F}" type="presOf" srcId="{C7D5300D-9C9B-43B9-AC47-6783103C87F9}" destId="{789F8BD0-BD71-4EF9-8075-62AD1616E213}" srcOrd="0" destOrd="0" presId="urn:microsoft.com/office/officeart/2005/8/layout/equation1"/>
    <dgm:cxn modelId="{F4E80CC8-698B-47EA-BE54-7DDCC461995E}" srcId="{FB0A3E80-EFF0-4F0F-ADC0-155E21412C0D}" destId="{718FBCEA-85F7-4955-A09E-B3D8E2979BE2}" srcOrd="2" destOrd="0" parTransId="{E8C8EDBC-71D5-400A-BEA8-F894FA8F5225}" sibTransId="{AF5FCA96-3582-4907-A366-9EDC4EF214DC}"/>
    <dgm:cxn modelId="{A3B9DEDD-F7B3-4F23-97F4-95423B91EBA3}" type="presOf" srcId="{6EDCC849-6C8E-453C-B1DA-82453EA00FBE}" destId="{796A2205-1BAC-4AC2-B809-45189FC5FD0B}" srcOrd="0" destOrd="0" presId="urn:microsoft.com/office/officeart/2005/8/layout/equation1"/>
    <dgm:cxn modelId="{84B93CDF-45F7-43B7-888D-334C05533344}" type="presOf" srcId="{FB0A3E80-EFF0-4F0F-ADC0-155E21412C0D}" destId="{2D41A9DD-BA34-45C8-BB2B-2473B837168F}" srcOrd="0" destOrd="0" presId="urn:microsoft.com/office/officeart/2005/8/layout/equation1"/>
    <dgm:cxn modelId="{E7C8A5FC-9934-4BEF-A58B-7A61F4F15005}" srcId="{FB0A3E80-EFF0-4F0F-ADC0-155E21412C0D}" destId="{6EDCC849-6C8E-453C-B1DA-82453EA00FBE}" srcOrd="3" destOrd="0" parTransId="{0746F6BD-1C71-4D25-A312-23513949C921}" sibTransId="{4AEC9F6A-ED4E-491A-AE70-6DD147195C24}"/>
    <dgm:cxn modelId="{18030BFE-C0A1-4ABF-8660-2870FBE34AAA}" type="presOf" srcId="{AF5FCA96-3582-4907-A366-9EDC4EF214DC}" destId="{F7BEE9BC-FB1C-4EC2-924B-133DA2E8BBED}" srcOrd="0" destOrd="0" presId="urn:microsoft.com/office/officeart/2005/8/layout/equation1"/>
    <dgm:cxn modelId="{3F00DB16-AAC1-4976-B95C-B94502BFAE09}" type="presParOf" srcId="{2D41A9DD-BA34-45C8-BB2B-2473B837168F}" destId="{789F8BD0-BD71-4EF9-8075-62AD1616E213}" srcOrd="0" destOrd="0" presId="urn:microsoft.com/office/officeart/2005/8/layout/equation1"/>
    <dgm:cxn modelId="{29C7DBFC-0954-4A13-8F62-4A3B5410391F}" type="presParOf" srcId="{2D41A9DD-BA34-45C8-BB2B-2473B837168F}" destId="{DD708543-1B49-4F23-81D4-5939E34642E3}" srcOrd="1" destOrd="0" presId="urn:microsoft.com/office/officeart/2005/8/layout/equation1"/>
    <dgm:cxn modelId="{5CDFF1BE-403F-4B15-91C8-76B6296E7FD9}" type="presParOf" srcId="{2D41A9DD-BA34-45C8-BB2B-2473B837168F}" destId="{75BA8870-36F4-44ED-B6A2-ACB0A88BF407}" srcOrd="2" destOrd="0" presId="urn:microsoft.com/office/officeart/2005/8/layout/equation1"/>
    <dgm:cxn modelId="{58247D94-F25F-4E2E-896E-06E255949D58}" type="presParOf" srcId="{2D41A9DD-BA34-45C8-BB2B-2473B837168F}" destId="{628D0C45-E91E-4985-BA99-BA9A49EA86BA}" srcOrd="3" destOrd="0" presId="urn:microsoft.com/office/officeart/2005/8/layout/equation1"/>
    <dgm:cxn modelId="{D6D0524B-F0B9-4146-AF1C-DCC78C17B420}" type="presParOf" srcId="{2D41A9DD-BA34-45C8-BB2B-2473B837168F}" destId="{BD58D84A-C774-456F-B3ED-2953508FAF09}" srcOrd="4" destOrd="0" presId="urn:microsoft.com/office/officeart/2005/8/layout/equation1"/>
    <dgm:cxn modelId="{EE54A5BF-AF76-4888-BFF1-A3C4A818DB58}" type="presParOf" srcId="{2D41A9DD-BA34-45C8-BB2B-2473B837168F}" destId="{D073E317-37E5-45D6-9DF6-6F20D97B3C82}" srcOrd="5" destOrd="0" presId="urn:microsoft.com/office/officeart/2005/8/layout/equation1"/>
    <dgm:cxn modelId="{AF13B20C-736C-47CB-B8D6-63F9B55F22D8}" type="presParOf" srcId="{2D41A9DD-BA34-45C8-BB2B-2473B837168F}" destId="{45B21AC2-CB62-4F93-A4F7-9122EFEB3179}" srcOrd="6" destOrd="0" presId="urn:microsoft.com/office/officeart/2005/8/layout/equation1"/>
    <dgm:cxn modelId="{F935B475-F7DF-47D7-B560-5ACDBE9A233F}" type="presParOf" srcId="{2D41A9DD-BA34-45C8-BB2B-2473B837168F}" destId="{D90D6FAC-A3E9-4EC9-8021-E9973BEA4C8C}" srcOrd="7" destOrd="0" presId="urn:microsoft.com/office/officeart/2005/8/layout/equation1"/>
    <dgm:cxn modelId="{7D4A5582-A9BA-40A0-976A-EF7E37ECBEC0}" type="presParOf" srcId="{2D41A9DD-BA34-45C8-BB2B-2473B837168F}" destId="{5A226CE2-8585-4D18-85EF-A64AE35DCCC6}" srcOrd="8" destOrd="0" presId="urn:microsoft.com/office/officeart/2005/8/layout/equation1"/>
    <dgm:cxn modelId="{47141944-1289-49F2-BE9C-CCAB0830A49C}" type="presParOf" srcId="{2D41A9DD-BA34-45C8-BB2B-2473B837168F}" destId="{6AFB2705-47F4-4BF1-8F64-8382D834F9BB}" srcOrd="9" destOrd="0" presId="urn:microsoft.com/office/officeart/2005/8/layout/equation1"/>
    <dgm:cxn modelId="{0E1611B8-DD65-4296-9010-FC99B8C177EA}" type="presParOf" srcId="{2D41A9DD-BA34-45C8-BB2B-2473B837168F}" destId="{F7BEE9BC-FB1C-4EC2-924B-133DA2E8BBED}" srcOrd="10" destOrd="0" presId="urn:microsoft.com/office/officeart/2005/8/layout/equation1"/>
    <dgm:cxn modelId="{4114FF40-C8B2-4463-8AC1-5A4F401A6D0F}" type="presParOf" srcId="{2D41A9DD-BA34-45C8-BB2B-2473B837168F}" destId="{EC9F66E6-678B-42FC-85CF-401A604E48FA}" srcOrd="11" destOrd="0" presId="urn:microsoft.com/office/officeart/2005/8/layout/equation1"/>
    <dgm:cxn modelId="{F7A5719B-CF6E-488D-A9D1-9C741ACDFD8C}" type="presParOf" srcId="{2D41A9DD-BA34-45C8-BB2B-2473B837168F}" destId="{796A2205-1BAC-4AC2-B809-45189FC5FD0B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05/8/layout/list1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81BEB84D-9A77-49C6-9301-B3359FCAC75F}">
      <dgm:prSet phldrT="[Text]" custT="1"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s-ES" sz="2400" noProof="0" dirty="0"/>
            <a:t>¿diferencias entre un interés fijo y un interés compuesto?</a:t>
          </a:r>
        </a:p>
      </dgm:t>
    </dgm:pt>
    <dgm:pt modelId="{AE4D0D43-0332-4F79-8D35-BCD8C10758AE}" type="parTrans" cxnId="{420EF6C4-7321-43BE-A2FC-253606B1E06A}">
      <dgm:prSet/>
      <dgm:spPr/>
      <dgm:t>
        <a:bodyPr rtlCol="0"/>
        <a:lstStyle/>
        <a:p>
          <a:pPr rtl="0"/>
          <a:endParaRPr lang="es-ES" sz="1400" noProof="0" dirty="0"/>
        </a:p>
      </dgm:t>
    </dgm:pt>
    <dgm:pt modelId="{5D260F18-25D2-4074-87F1-7E78DDA61C58}" type="sibTrans" cxnId="{420EF6C4-7321-43BE-A2FC-253606B1E06A}">
      <dgm:prSet/>
      <dgm:spPr/>
      <dgm:t>
        <a:bodyPr rtlCol="0"/>
        <a:lstStyle/>
        <a:p>
          <a:pPr rtl="0"/>
          <a:endParaRPr lang="es-ES" sz="1400" noProof="0" dirty="0"/>
        </a:p>
      </dgm:t>
    </dgm:pt>
    <dgm:pt modelId="{BFF9359E-E9B1-4B73-BACC-2C7988765B16}">
      <dgm:prSet phldrT="[Text]" custT="1"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s-ES" sz="3200" noProof="0" dirty="0"/>
            <a:t>¿Que es la inflación?</a:t>
          </a:r>
        </a:p>
      </dgm:t>
    </dgm:pt>
    <dgm:pt modelId="{6E0A40FA-1B79-4089-8B9A-3BA22865FE4E}" type="parTrans" cxnId="{516EC545-1971-48B3-978C-4756FCDCCFD9}">
      <dgm:prSet/>
      <dgm:spPr/>
      <dgm:t>
        <a:bodyPr rtlCol="0"/>
        <a:lstStyle/>
        <a:p>
          <a:pPr rtl="0"/>
          <a:endParaRPr lang="es-ES" sz="1400" noProof="0" dirty="0"/>
        </a:p>
      </dgm:t>
    </dgm:pt>
    <dgm:pt modelId="{1CEF1965-C516-4C44-BAE3-2FA3F5116930}" type="sibTrans" cxnId="{516EC545-1971-48B3-978C-4756FCDCCFD9}">
      <dgm:prSet/>
      <dgm:spPr/>
      <dgm:t>
        <a:bodyPr rtlCol="0"/>
        <a:lstStyle/>
        <a:p>
          <a:pPr rtl="0"/>
          <a:endParaRPr lang="es-ES" sz="1400" noProof="0" dirty="0"/>
        </a:p>
      </dgm:t>
    </dgm:pt>
    <dgm:pt modelId="{4AF52931-E4CA-4429-AACB-B8747CDB2409}">
      <dgm:prSet phldrT="[Text]" custT="1"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s-ES" sz="2800" noProof="0" dirty="0"/>
            <a:t>¿Por qué nuestro dinero pierde valor?</a:t>
          </a:r>
        </a:p>
      </dgm:t>
    </dgm:pt>
    <dgm:pt modelId="{D86AF01C-9CBC-41F8-9354-48CD82BDFDC9}" type="sibTrans" cxnId="{F82329C8-C3B2-4E9B-9033-528488D72705}">
      <dgm:prSet/>
      <dgm:spPr/>
      <dgm:t>
        <a:bodyPr rtlCol="0"/>
        <a:lstStyle/>
        <a:p>
          <a:pPr rtl="0"/>
          <a:endParaRPr lang="es-ES" sz="1400" noProof="0" dirty="0"/>
        </a:p>
      </dgm:t>
    </dgm:pt>
    <dgm:pt modelId="{67B2FC97-2FAE-4EFE-9DEE-E4216C657F35}" type="parTrans" cxnId="{F82329C8-C3B2-4E9B-9033-528488D72705}">
      <dgm:prSet/>
      <dgm:spPr/>
      <dgm:t>
        <a:bodyPr rtlCol="0"/>
        <a:lstStyle/>
        <a:p>
          <a:pPr rtl="0"/>
          <a:endParaRPr lang="es-ES" sz="1400" noProof="0" dirty="0"/>
        </a:p>
      </dgm:t>
    </dgm:pt>
    <dgm:pt modelId="{4E111E61-598A-4BB1-92A7-1E64545BBFEB}" type="pres">
      <dgm:prSet presAssocID="{C7720856-93F0-4CC7-B7FD-2466914A11D4}" presName="linear" presStyleCnt="0">
        <dgm:presLayoutVars>
          <dgm:dir/>
          <dgm:animLvl val="lvl"/>
          <dgm:resizeHandles val="exact"/>
        </dgm:presLayoutVars>
      </dgm:prSet>
      <dgm:spPr/>
    </dgm:pt>
    <dgm:pt modelId="{147D1D35-BA23-4E46-A013-9D734298ADCC}" type="pres">
      <dgm:prSet presAssocID="{4AF52931-E4CA-4429-AACB-B8747CDB2409}" presName="parentLin" presStyleCnt="0"/>
      <dgm:spPr/>
    </dgm:pt>
    <dgm:pt modelId="{8EF2A1A6-9D82-4B95-915F-9B8503681021}" type="pres">
      <dgm:prSet presAssocID="{4AF52931-E4CA-4429-AACB-B8747CDB2409}" presName="parentLeftMargin" presStyleLbl="node1" presStyleIdx="0" presStyleCnt="3"/>
      <dgm:spPr/>
    </dgm:pt>
    <dgm:pt modelId="{9D99CFE4-FA61-47EF-AD51-81A1C21C2B41}" type="pres">
      <dgm:prSet presAssocID="{4AF52931-E4CA-4429-AACB-B8747CDB2409}" presName="parentText" presStyleLbl="node1" presStyleIdx="0" presStyleCnt="3" custLinFactX="3467" custLinFactY="100000" custLinFactNeighborX="100000" custLinFactNeighborY="195185">
        <dgm:presLayoutVars>
          <dgm:chMax val="0"/>
          <dgm:bulletEnabled val="1"/>
        </dgm:presLayoutVars>
      </dgm:prSet>
      <dgm:spPr/>
    </dgm:pt>
    <dgm:pt modelId="{AD639BCB-916B-43C2-A6CA-4D7424D7D6D3}" type="pres">
      <dgm:prSet presAssocID="{4AF52931-E4CA-4429-AACB-B8747CDB2409}" presName="negativeSpace" presStyleCnt="0"/>
      <dgm:spPr/>
    </dgm:pt>
    <dgm:pt modelId="{CB2B9989-59EA-45A7-A3AE-3778F0BDE3B0}" type="pres">
      <dgm:prSet presAssocID="{4AF52931-E4CA-4429-AACB-B8747CDB2409}" presName="childText" presStyleLbl="conFgAcc1" presStyleIdx="0" presStyleCnt="3">
        <dgm:presLayoutVars>
          <dgm:bulletEnabled val="1"/>
        </dgm:presLayoutVars>
      </dgm:prSet>
      <dgm:spPr/>
    </dgm:pt>
    <dgm:pt modelId="{341F0099-96EB-454A-8778-71B1CB781BDD}" type="pres">
      <dgm:prSet presAssocID="{D86AF01C-9CBC-41F8-9354-48CD82BDFDC9}" presName="spaceBetweenRectangles" presStyleCnt="0"/>
      <dgm:spPr/>
    </dgm:pt>
    <dgm:pt modelId="{8286CA4B-7D8D-45EC-B623-B0994B59A47A}" type="pres">
      <dgm:prSet presAssocID="{81BEB84D-9A77-49C6-9301-B3359FCAC75F}" presName="parentLin" presStyleCnt="0"/>
      <dgm:spPr/>
    </dgm:pt>
    <dgm:pt modelId="{E545E47E-C94A-41FC-8124-1E5C680EA24D}" type="pres">
      <dgm:prSet presAssocID="{81BEB84D-9A77-49C6-9301-B3359FCAC75F}" presName="parentLeftMargin" presStyleLbl="node1" presStyleIdx="0" presStyleCnt="3"/>
      <dgm:spPr/>
    </dgm:pt>
    <dgm:pt modelId="{0B2645AC-890D-4AB8-BB61-29A484FD9609}" type="pres">
      <dgm:prSet presAssocID="{81BEB84D-9A77-49C6-9301-B3359FCAC75F}" presName="parentText" presStyleLbl="node1" presStyleIdx="1" presStyleCnt="3" custLinFactX="5232" custLinFactNeighborX="100000" custLinFactNeighborY="-12090">
        <dgm:presLayoutVars>
          <dgm:chMax val="0"/>
          <dgm:bulletEnabled val="1"/>
        </dgm:presLayoutVars>
      </dgm:prSet>
      <dgm:spPr/>
    </dgm:pt>
    <dgm:pt modelId="{70258242-6BE3-4C97-8FAD-0F0F00F59A57}" type="pres">
      <dgm:prSet presAssocID="{81BEB84D-9A77-49C6-9301-B3359FCAC75F}" presName="negativeSpace" presStyleCnt="0"/>
      <dgm:spPr/>
    </dgm:pt>
    <dgm:pt modelId="{9250786A-61CB-4EDD-B723-ED44EDE3983B}" type="pres">
      <dgm:prSet presAssocID="{81BEB84D-9A77-49C6-9301-B3359FCAC75F}" presName="childText" presStyleLbl="conFgAcc1" presStyleIdx="1" presStyleCnt="3">
        <dgm:presLayoutVars>
          <dgm:bulletEnabled val="1"/>
        </dgm:presLayoutVars>
      </dgm:prSet>
      <dgm:spPr/>
    </dgm:pt>
    <dgm:pt modelId="{E09338AC-9A8A-4EDC-A18F-6F4F3A99F114}" type="pres">
      <dgm:prSet presAssocID="{5D260F18-25D2-4074-87F1-7E78DDA61C58}" presName="spaceBetweenRectangles" presStyleCnt="0"/>
      <dgm:spPr/>
    </dgm:pt>
    <dgm:pt modelId="{15F7A791-E617-4B05-9234-F15DC45B203C}" type="pres">
      <dgm:prSet presAssocID="{BFF9359E-E9B1-4B73-BACC-2C7988765B16}" presName="parentLin" presStyleCnt="0"/>
      <dgm:spPr/>
    </dgm:pt>
    <dgm:pt modelId="{90FF1903-26C9-4A02-B04A-89253A960606}" type="pres">
      <dgm:prSet presAssocID="{BFF9359E-E9B1-4B73-BACC-2C7988765B16}" presName="parentLeftMargin" presStyleLbl="node1" presStyleIdx="1" presStyleCnt="3"/>
      <dgm:spPr/>
    </dgm:pt>
    <dgm:pt modelId="{747221C3-0907-44FD-95DD-E8E38D1B43CB}" type="pres">
      <dgm:prSet presAssocID="{BFF9359E-E9B1-4B73-BACC-2C7988765B16}" presName="parentText" presStyleLbl="node1" presStyleIdx="2" presStyleCnt="3" custLinFactY="-100989" custLinFactNeighborX="94339" custLinFactNeighborY="-200000">
        <dgm:presLayoutVars>
          <dgm:chMax val="0"/>
          <dgm:bulletEnabled val="1"/>
        </dgm:presLayoutVars>
      </dgm:prSet>
      <dgm:spPr/>
    </dgm:pt>
    <dgm:pt modelId="{87243D7E-CD1B-4942-B428-1BBD284D3222}" type="pres">
      <dgm:prSet presAssocID="{BFF9359E-E9B1-4B73-BACC-2C7988765B16}" presName="negativeSpace" presStyleCnt="0"/>
      <dgm:spPr/>
    </dgm:pt>
    <dgm:pt modelId="{57648728-B5D6-42DA-A0CC-B9B2D7734E41}" type="pres">
      <dgm:prSet presAssocID="{BFF9359E-E9B1-4B73-BACC-2C7988765B1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1B3462A-D1C2-4C96-84B3-2A214319F384}" type="presOf" srcId="{81BEB84D-9A77-49C6-9301-B3359FCAC75F}" destId="{E545E47E-C94A-41FC-8124-1E5C680EA24D}" srcOrd="0" destOrd="0" presId="urn:microsoft.com/office/officeart/2005/8/layout/list1"/>
    <dgm:cxn modelId="{59B2B33A-9D5F-472E-9A58-DB843A868186}" type="presOf" srcId="{4AF52931-E4CA-4429-AACB-B8747CDB2409}" destId="{9D99CFE4-FA61-47EF-AD51-81A1C21C2B41}" srcOrd="1" destOrd="0" presId="urn:microsoft.com/office/officeart/2005/8/layout/list1"/>
    <dgm:cxn modelId="{516EC545-1971-48B3-978C-4756FCDCCFD9}" srcId="{C7720856-93F0-4CC7-B7FD-2466914A11D4}" destId="{BFF9359E-E9B1-4B73-BACC-2C7988765B16}" srcOrd="2" destOrd="0" parTransId="{6E0A40FA-1B79-4089-8B9A-3BA22865FE4E}" sibTransId="{1CEF1965-C516-4C44-BAE3-2FA3F5116930}"/>
    <dgm:cxn modelId="{7157244F-2B6A-4889-8DFA-DAEC80F73C3E}" type="presOf" srcId="{81BEB84D-9A77-49C6-9301-B3359FCAC75F}" destId="{0B2645AC-890D-4AB8-BB61-29A484FD9609}" srcOrd="1" destOrd="0" presId="urn:microsoft.com/office/officeart/2005/8/layout/list1"/>
    <dgm:cxn modelId="{BFB973A2-97BF-4C8C-AB00-7A625E6ED4CD}" type="presOf" srcId="{BFF9359E-E9B1-4B73-BACC-2C7988765B16}" destId="{90FF1903-26C9-4A02-B04A-89253A960606}" srcOrd="0" destOrd="0" presId="urn:microsoft.com/office/officeart/2005/8/layout/list1"/>
    <dgm:cxn modelId="{181F92AA-0E0B-4952-88F7-F09146140EDD}" type="presOf" srcId="{4AF52931-E4CA-4429-AACB-B8747CDB2409}" destId="{8EF2A1A6-9D82-4B95-915F-9B8503681021}" srcOrd="0" destOrd="0" presId="urn:microsoft.com/office/officeart/2005/8/layout/list1"/>
    <dgm:cxn modelId="{B6CE8EB2-0CED-44B9-97F3-F113A1D6F8B9}" type="presOf" srcId="{BFF9359E-E9B1-4B73-BACC-2C7988765B16}" destId="{747221C3-0907-44FD-95DD-E8E38D1B43CB}" srcOrd="1" destOrd="0" presId="urn:microsoft.com/office/officeart/2005/8/layout/list1"/>
    <dgm:cxn modelId="{91BA03B9-6282-43EE-A0D3-D36F7FEF92C3}" type="presOf" srcId="{C7720856-93F0-4CC7-B7FD-2466914A11D4}" destId="{4E111E61-598A-4BB1-92A7-1E64545BBFEB}" srcOrd="0" destOrd="0" presId="urn:microsoft.com/office/officeart/2005/8/layout/list1"/>
    <dgm:cxn modelId="{420EF6C4-7321-43BE-A2FC-253606B1E06A}" srcId="{C7720856-93F0-4CC7-B7FD-2466914A11D4}" destId="{81BEB84D-9A77-49C6-9301-B3359FCAC75F}" srcOrd="1" destOrd="0" parTransId="{AE4D0D43-0332-4F79-8D35-BCD8C10758AE}" sibTransId="{5D260F18-25D2-4074-87F1-7E78DDA61C58}"/>
    <dgm:cxn modelId="{F82329C8-C3B2-4E9B-9033-528488D72705}" srcId="{C7720856-93F0-4CC7-B7FD-2466914A11D4}" destId="{4AF52931-E4CA-4429-AACB-B8747CDB2409}" srcOrd="0" destOrd="0" parTransId="{67B2FC97-2FAE-4EFE-9DEE-E4216C657F35}" sibTransId="{D86AF01C-9CBC-41F8-9354-48CD82BDFDC9}"/>
    <dgm:cxn modelId="{9017A96D-0F6D-4BAB-90CC-8D38924C2E00}" type="presParOf" srcId="{4E111E61-598A-4BB1-92A7-1E64545BBFEB}" destId="{147D1D35-BA23-4E46-A013-9D734298ADCC}" srcOrd="0" destOrd="0" presId="urn:microsoft.com/office/officeart/2005/8/layout/list1"/>
    <dgm:cxn modelId="{BD39D0B1-FA9E-469F-88F7-D99443081B93}" type="presParOf" srcId="{147D1D35-BA23-4E46-A013-9D734298ADCC}" destId="{8EF2A1A6-9D82-4B95-915F-9B8503681021}" srcOrd="0" destOrd="0" presId="urn:microsoft.com/office/officeart/2005/8/layout/list1"/>
    <dgm:cxn modelId="{B1DBEC6B-19BF-4F57-8369-87F0385515D8}" type="presParOf" srcId="{147D1D35-BA23-4E46-A013-9D734298ADCC}" destId="{9D99CFE4-FA61-47EF-AD51-81A1C21C2B41}" srcOrd="1" destOrd="0" presId="urn:microsoft.com/office/officeart/2005/8/layout/list1"/>
    <dgm:cxn modelId="{9E0C219F-9B3B-46E7-BAA8-E33D52FC71E9}" type="presParOf" srcId="{4E111E61-598A-4BB1-92A7-1E64545BBFEB}" destId="{AD639BCB-916B-43C2-A6CA-4D7424D7D6D3}" srcOrd="1" destOrd="0" presId="urn:microsoft.com/office/officeart/2005/8/layout/list1"/>
    <dgm:cxn modelId="{6EA5638C-C785-42C3-BD0C-7AFB1A815A82}" type="presParOf" srcId="{4E111E61-598A-4BB1-92A7-1E64545BBFEB}" destId="{CB2B9989-59EA-45A7-A3AE-3778F0BDE3B0}" srcOrd="2" destOrd="0" presId="urn:microsoft.com/office/officeart/2005/8/layout/list1"/>
    <dgm:cxn modelId="{A9BA6726-796E-4BD4-A5B4-873930B13753}" type="presParOf" srcId="{4E111E61-598A-4BB1-92A7-1E64545BBFEB}" destId="{341F0099-96EB-454A-8778-71B1CB781BDD}" srcOrd="3" destOrd="0" presId="urn:microsoft.com/office/officeart/2005/8/layout/list1"/>
    <dgm:cxn modelId="{31F4EFE2-7FC3-40E7-9696-CC64E0BF2AA8}" type="presParOf" srcId="{4E111E61-598A-4BB1-92A7-1E64545BBFEB}" destId="{8286CA4B-7D8D-45EC-B623-B0994B59A47A}" srcOrd="4" destOrd="0" presId="urn:microsoft.com/office/officeart/2005/8/layout/list1"/>
    <dgm:cxn modelId="{15A8AFD1-F8C1-4D18-B693-DDA0DA0874E3}" type="presParOf" srcId="{8286CA4B-7D8D-45EC-B623-B0994B59A47A}" destId="{E545E47E-C94A-41FC-8124-1E5C680EA24D}" srcOrd="0" destOrd="0" presId="urn:microsoft.com/office/officeart/2005/8/layout/list1"/>
    <dgm:cxn modelId="{9A62BD8C-E665-4B3A-B2B8-E28BF727C36D}" type="presParOf" srcId="{8286CA4B-7D8D-45EC-B623-B0994B59A47A}" destId="{0B2645AC-890D-4AB8-BB61-29A484FD9609}" srcOrd="1" destOrd="0" presId="urn:microsoft.com/office/officeart/2005/8/layout/list1"/>
    <dgm:cxn modelId="{6920B2DF-1F71-42D9-ABCC-D2CCB5164111}" type="presParOf" srcId="{4E111E61-598A-4BB1-92A7-1E64545BBFEB}" destId="{70258242-6BE3-4C97-8FAD-0F0F00F59A57}" srcOrd="5" destOrd="0" presId="urn:microsoft.com/office/officeart/2005/8/layout/list1"/>
    <dgm:cxn modelId="{3093096F-CE75-4F0D-A0F3-094908A6CAA4}" type="presParOf" srcId="{4E111E61-598A-4BB1-92A7-1E64545BBFEB}" destId="{9250786A-61CB-4EDD-B723-ED44EDE3983B}" srcOrd="6" destOrd="0" presId="urn:microsoft.com/office/officeart/2005/8/layout/list1"/>
    <dgm:cxn modelId="{112B4A96-CF5F-443E-B719-53C45B9E9ADD}" type="presParOf" srcId="{4E111E61-598A-4BB1-92A7-1E64545BBFEB}" destId="{E09338AC-9A8A-4EDC-A18F-6F4F3A99F114}" srcOrd="7" destOrd="0" presId="urn:microsoft.com/office/officeart/2005/8/layout/list1"/>
    <dgm:cxn modelId="{F9B6AFFE-0FE5-401A-8E07-BE5173AA6011}" type="presParOf" srcId="{4E111E61-598A-4BB1-92A7-1E64545BBFEB}" destId="{15F7A791-E617-4B05-9234-F15DC45B203C}" srcOrd="8" destOrd="0" presId="urn:microsoft.com/office/officeart/2005/8/layout/list1"/>
    <dgm:cxn modelId="{B4873BE5-6949-4B54-A9AC-3D2E5192F0DE}" type="presParOf" srcId="{15F7A791-E617-4B05-9234-F15DC45B203C}" destId="{90FF1903-26C9-4A02-B04A-89253A960606}" srcOrd="0" destOrd="0" presId="urn:microsoft.com/office/officeart/2005/8/layout/list1"/>
    <dgm:cxn modelId="{5EF9B7BB-E39E-4A5F-992C-397C50350DDA}" type="presParOf" srcId="{15F7A791-E617-4B05-9234-F15DC45B203C}" destId="{747221C3-0907-44FD-95DD-E8E38D1B43CB}" srcOrd="1" destOrd="0" presId="urn:microsoft.com/office/officeart/2005/8/layout/list1"/>
    <dgm:cxn modelId="{5ABEBB8D-53A7-4129-B06D-A167A0F2CA37}" type="presParOf" srcId="{4E111E61-598A-4BB1-92A7-1E64545BBFEB}" destId="{87243D7E-CD1B-4942-B428-1BBD284D3222}" srcOrd="9" destOrd="0" presId="urn:microsoft.com/office/officeart/2005/8/layout/list1"/>
    <dgm:cxn modelId="{0AF7C150-4470-45D8-9E46-1A85948DDF59}" type="presParOf" srcId="{4E111E61-598A-4BB1-92A7-1E64545BBFEB}" destId="{57648728-B5D6-42DA-A0CC-B9B2D7734E4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489D8B-42DA-4564-B11A-15FB225218C4}" type="doc">
      <dgm:prSet loTypeId="urn:microsoft.com/office/officeart/2005/8/layout/hProcess6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C7E0EE6-F9EE-443D-939F-30248DF93B85}">
      <dgm:prSet phldrT="[Texto]"/>
      <dgm:spPr/>
      <dgm:t>
        <a:bodyPr/>
        <a:lstStyle/>
        <a:p>
          <a:r>
            <a:rPr lang="es-ES" dirty="0"/>
            <a:t>gestión</a:t>
          </a:r>
        </a:p>
      </dgm:t>
    </dgm:pt>
    <dgm:pt modelId="{A00544BD-3D51-415D-8EC0-36F50C6D155A}" type="parTrans" cxnId="{0AAFEF7A-09C6-455A-A843-500F3E24B2FB}">
      <dgm:prSet/>
      <dgm:spPr/>
      <dgm:t>
        <a:bodyPr/>
        <a:lstStyle/>
        <a:p>
          <a:endParaRPr lang="es-ES"/>
        </a:p>
      </dgm:t>
    </dgm:pt>
    <dgm:pt modelId="{31E5FFCF-535E-472B-8632-5A247CB1B5D1}" type="sibTrans" cxnId="{0AAFEF7A-09C6-455A-A843-500F3E24B2FB}">
      <dgm:prSet/>
      <dgm:spPr/>
      <dgm:t>
        <a:bodyPr/>
        <a:lstStyle/>
        <a:p>
          <a:endParaRPr lang="es-ES"/>
        </a:p>
      </dgm:t>
    </dgm:pt>
    <dgm:pt modelId="{B81813B9-1C05-4DFC-94B0-47D91319B0E7}">
      <dgm:prSet phldrT="[Texto]" phldr="0"/>
      <dgm:spPr/>
      <dgm:t>
        <a:bodyPr/>
        <a:lstStyle/>
        <a:p>
          <a:r>
            <a:rPr lang="es-ES" dirty="0"/>
            <a:t>Seguimiento simple</a:t>
          </a:r>
        </a:p>
      </dgm:t>
    </dgm:pt>
    <dgm:pt modelId="{6277A575-D25B-47BD-BA59-2566B8455C95}" type="parTrans" cxnId="{ACB34A4E-7497-4706-94F9-1BBB1EDC6222}">
      <dgm:prSet/>
      <dgm:spPr/>
      <dgm:t>
        <a:bodyPr/>
        <a:lstStyle/>
        <a:p>
          <a:endParaRPr lang="es-ES"/>
        </a:p>
      </dgm:t>
    </dgm:pt>
    <dgm:pt modelId="{738ED96B-CC3A-45B6-B7D5-5F1D9EC87E9B}" type="sibTrans" cxnId="{ACB34A4E-7497-4706-94F9-1BBB1EDC6222}">
      <dgm:prSet/>
      <dgm:spPr/>
      <dgm:t>
        <a:bodyPr/>
        <a:lstStyle/>
        <a:p>
          <a:endParaRPr lang="es-ES"/>
        </a:p>
      </dgm:t>
    </dgm:pt>
    <dgm:pt modelId="{B3C06892-F0A9-49F5-805E-584D298A0C11}">
      <dgm:prSet phldrT="[Texto]" phldr="0"/>
      <dgm:spPr/>
      <dgm:t>
        <a:bodyPr/>
        <a:lstStyle/>
        <a:p>
          <a:r>
            <a:rPr lang="es-ES" dirty="0"/>
            <a:t>Herramientas básicas</a:t>
          </a:r>
        </a:p>
      </dgm:t>
    </dgm:pt>
    <dgm:pt modelId="{F4723EAE-AD0B-43D0-A6EA-B2115AB1ED10}" type="parTrans" cxnId="{9ABD881C-EC18-417D-91B7-92600961E240}">
      <dgm:prSet/>
      <dgm:spPr/>
      <dgm:t>
        <a:bodyPr/>
        <a:lstStyle/>
        <a:p>
          <a:endParaRPr lang="es-ES"/>
        </a:p>
      </dgm:t>
    </dgm:pt>
    <dgm:pt modelId="{78A8B417-3021-4F32-80C7-E0E9E74BB817}" type="sibTrans" cxnId="{9ABD881C-EC18-417D-91B7-92600961E240}">
      <dgm:prSet/>
      <dgm:spPr/>
      <dgm:t>
        <a:bodyPr/>
        <a:lstStyle/>
        <a:p>
          <a:endParaRPr lang="es-ES"/>
        </a:p>
      </dgm:t>
    </dgm:pt>
    <dgm:pt modelId="{066E43CD-1C21-4008-A81A-A512887715F4}">
      <dgm:prSet phldrT="[Texto]" phldr="0"/>
      <dgm:spPr/>
      <dgm:t>
        <a:bodyPr/>
        <a:lstStyle/>
        <a:p>
          <a:r>
            <a:rPr lang="es-ES" dirty="0"/>
            <a:t>Formación</a:t>
          </a:r>
        </a:p>
      </dgm:t>
    </dgm:pt>
    <dgm:pt modelId="{E26C5F56-71ED-436F-B4A0-8377F1846BA4}" type="parTrans" cxnId="{FB92289D-65AD-4909-A103-27EC6DE2BDEC}">
      <dgm:prSet/>
      <dgm:spPr/>
      <dgm:t>
        <a:bodyPr/>
        <a:lstStyle/>
        <a:p>
          <a:endParaRPr lang="es-ES"/>
        </a:p>
      </dgm:t>
    </dgm:pt>
    <dgm:pt modelId="{C479595E-377B-41E5-8FFA-222556DFA712}" type="sibTrans" cxnId="{FB92289D-65AD-4909-A103-27EC6DE2BDEC}">
      <dgm:prSet/>
      <dgm:spPr/>
      <dgm:t>
        <a:bodyPr/>
        <a:lstStyle/>
        <a:p>
          <a:endParaRPr lang="es-ES"/>
        </a:p>
      </dgm:t>
    </dgm:pt>
    <dgm:pt modelId="{32EBAEEE-8E1C-45CD-BE8A-66FE32C4D57E}">
      <dgm:prSet phldrT="[Texto]" phldr="0"/>
      <dgm:spPr/>
      <dgm:t>
        <a:bodyPr/>
        <a:lstStyle/>
        <a:p>
          <a:r>
            <a:rPr lang="es-ES" dirty="0"/>
            <a:t>Contenidos por niveles</a:t>
          </a:r>
        </a:p>
      </dgm:t>
    </dgm:pt>
    <dgm:pt modelId="{2BF4C4D8-5346-4501-AB65-6E2EBC3D10AC}" type="parTrans" cxnId="{B648CE00-9B76-41FF-8945-0BE1F8AFB30F}">
      <dgm:prSet/>
      <dgm:spPr/>
      <dgm:t>
        <a:bodyPr/>
        <a:lstStyle/>
        <a:p>
          <a:endParaRPr lang="es-ES"/>
        </a:p>
      </dgm:t>
    </dgm:pt>
    <dgm:pt modelId="{A94D4188-B3A7-49D0-B872-618E2ACA089D}" type="sibTrans" cxnId="{B648CE00-9B76-41FF-8945-0BE1F8AFB30F}">
      <dgm:prSet/>
      <dgm:spPr/>
      <dgm:t>
        <a:bodyPr/>
        <a:lstStyle/>
        <a:p>
          <a:endParaRPr lang="es-ES"/>
        </a:p>
      </dgm:t>
    </dgm:pt>
    <dgm:pt modelId="{97B7CD29-D0C5-4BB2-89E1-A68565DF17D3}">
      <dgm:prSet phldrT="[Texto]" phldr="0"/>
      <dgm:spPr/>
      <dgm:t>
        <a:bodyPr/>
        <a:lstStyle/>
        <a:p>
          <a:r>
            <a:rPr lang="es-ES" dirty="0"/>
            <a:t>Videos y guías</a:t>
          </a:r>
        </a:p>
      </dgm:t>
    </dgm:pt>
    <dgm:pt modelId="{8E0B3650-A3CF-47EE-A15E-38AAADFC99AF}" type="parTrans" cxnId="{DB8560D2-E1CE-4CE6-8AD8-9F4D5EDB7354}">
      <dgm:prSet/>
      <dgm:spPr/>
      <dgm:t>
        <a:bodyPr/>
        <a:lstStyle/>
        <a:p>
          <a:endParaRPr lang="es-ES"/>
        </a:p>
      </dgm:t>
    </dgm:pt>
    <dgm:pt modelId="{F8085693-1B6C-468C-B2CF-49ED5D1407C0}" type="sibTrans" cxnId="{DB8560D2-E1CE-4CE6-8AD8-9F4D5EDB7354}">
      <dgm:prSet/>
      <dgm:spPr/>
      <dgm:t>
        <a:bodyPr/>
        <a:lstStyle/>
        <a:p>
          <a:endParaRPr lang="es-ES"/>
        </a:p>
      </dgm:t>
    </dgm:pt>
    <dgm:pt modelId="{0086648E-9086-4100-9293-2246FEBA9C58}">
      <dgm:prSet phldrT="[Texto]" phldr="0"/>
      <dgm:spPr/>
      <dgm:t>
        <a:bodyPr/>
        <a:lstStyle/>
        <a:p>
          <a:r>
            <a:rPr lang="es-ES" dirty="0"/>
            <a:t>Accesible</a:t>
          </a:r>
        </a:p>
      </dgm:t>
    </dgm:pt>
    <dgm:pt modelId="{1F9BD235-75F7-4E8E-B40C-4CD6CB3BD888}" type="parTrans" cxnId="{AF02A6C5-26AC-478F-AA9F-E7F5800834FF}">
      <dgm:prSet/>
      <dgm:spPr/>
      <dgm:t>
        <a:bodyPr/>
        <a:lstStyle/>
        <a:p>
          <a:endParaRPr lang="es-ES"/>
        </a:p>
      </dgm:t>
    </dgm:pt>
    <dgm:pt modelId="{9BC88BDF-DB8C-45FB-9EAD-4D18E00FFAE7}" type="sibTrans" cxnId="{AF02A6C5-26AC-478F-AA9F-E7F5800834FF}">
      <dgm:prSet/>
      <dgm:spPr/>
      <dgm:t>
        <a:bodyPr/>
        <a:lstStyle/>
        <a:p>
          <a:endParaRPr lang="es-ES"/>
        </a:p>
      </dgm:t>
    </dgm:pt>
    <dgm:pt modelId="{B355D32E-9E0B-441D-B2C9-FB41F30483F1}">
      <dgm:prSet phldrT="[Texto]" phldr="0"/>
      <dgm:spPr/>
      <dgm:t>
        <a:bodyPr/>
        <a:lstStyle/>
        <a:p>
          <a:r>
            <a:rPr lang="es-ES" dirty="0"/>
            <a:t>App gratuita</a:t>
          </a:r>
        </a:p>
      </dgm:t>
    </dgm:pt>
    <dgm:pt modelId="{87B918C2-E4AD-463C-96FB-31F7FC607EFD}" type="parTrans" cxnId="{1A70806C-C2F6-4E57-8EDC-5A0CB656C322}">
      <dgm:prSet/>
      <dgm:spPr/>
      <dgm:t>
        <a:bodyPr/>
        <a:lstStyle/>
        <a:p>
          <a:endParaRPr lang="es-ES"/>
        </a:p>
      </dgm:t>
    </dgm:pt>
    <dgm:pt modelId="{E7EA4EB9-2AC7-4C4B-B42C-2E3FEF709BE2}" type="sibTrans" cxnId="{1A70806C-C2F6-4E57-8EDC-5A0CB656C322}">
      <dgm:prSet/>
      <dgm:spPr/>
      <dgm:t>
        <a:bodyPr/>
        <a:lstStyle/>
        <a:p>
          <a:endParaRPr lang="es-ES"/>
        </a:p>
      </dgm:t>
    </dgm:pt>
    <dgm:pt modelId="{9508FC16-0021-4A11-8F18-651C8C6276D3}">
      <dgm:prSet phldrT="[Texto]" phldr="0"/>
      <dgm:spPr/>
      <dgm:t>
        <a:bodyPr/>
        <a:lstStyle/>
        <a:p>
          <a:r>
            <a:rPr lang="es-ES" dirty="0"/>
            <a:t>Manejo simple</a:t>
          </a:r>
        </a:p>
      </dgm:t>
    </dgm:pt>
    <dgm:pt modelId="{8F396189-6163-4225-B828-8C7DA026C046}" type="parTrans" cxnId="{1B476DE3-29F3-42FD-9C9B-D16545453AF7}">
      <dgm:prSet/>
      <dgm:spPr/>
      <dgm:t>
        <a:bodyPr/>
        <a:lstStyle/>
        <a:p>
          <a:endParaRPr lang="es-ES"/>
        </a:p>
      </dgm:t>
    </dgm:pt>
    <dgm:pt modelId="{95BB1F9E-7879-4CF8-B5D5-DE2C7417AE82}" type="sibTrans" cxnId="{1B476DE3-29F3-42FD-9C9B-D16545453AF7}">
      <dgm:prSet/>
      <dgm:spPr/>
      <dgm:t>
        <a:bodyPr/>
        <a:lstStyle/>
        <a:p>
          <a:endParaRPr lang="es-ES"/>
        </a:p>
      </dgm:t>
    </dgm:pt>
    <dgm:pt modelId="{35996F9B-93FB-4AA1-93F6-3557D5C767CF}" type="pres">
      <dgm:prSet presAssocID="{6D489D8B-42DA-4564-B11A-15FB225218C4}" presName="theList" presStyleCnt="0">
        <dgm:presLayoutVars>
          <dgm:dir/>
          <dgm:animLvl val="lvl"/>
          <dgm:resizeHandles val="exact"/>
        </dgm:presLayoutVars>
      </dgm:prSet>
      <dgm:spPr/>
    </dgm:pt>
    <dgm:pt modelId="{94FAB1F5-0E22-4A14-AB27-042A61522B43}" type="pres">
      <dgm:prSet presAssocID="{3C7E0EE6-F9EE-443D-939F-30248DF93B85}" presName="compNode" presStyleCnt="0"/>
      <dgm:spPr/>
    </dgm:pt>
    <dgm:pt modelId="{BE38F53E-4AF3-436C-9320-464D1BBF4324}" type="pres">
      <dgm:prSet presAssocID="{3C7E0EE6-F9EE-443D-939F-30248DF93B85}" presName="noGeometry" presStyleCnt="0"/>
      <dgm:spPr/>
    </dgm:pt>
    <dgm:pt modelId="{D378AB23-DD67-4CC5-8A8B-12534A9142A7}" type="pres">
      <dgm:prSet presAssocID="{3C7E0EE6-F9EE-443D-939F-30248DF93B85}" presName="childTextVisible" presStyleLbl="bgAccFollowNode1" presStyleIdx="0" presStyleCnt="3">
        <dgm:presLayoutVars>
          <dgm:bulletEnabled val="1"/>
        </dgm:presLayoutVars>
      </dgm:prSet>
      <dgm:spPr/>
    </dgm:pt>
    <dgm:pt modelId="{75DEFBA5-012E-4B8C-A292-16789EFE7139}" type="pres">
      <dgm:prSet presAssocID="{3C7E0EE6-F9EE-443D-939F-30248DF93B85}" presName="childTextHidden" presStyleLbl="bgAccFollowNode1" presStyleIdx="0" presStyleCnt="3"/>
      <dgm:spPr/>
    </dgm:pt>
    <dgm:pt modelId="{579AE4E0-C2D1-496E-B384-FC8F7AD241B0}" type="pres">
      <dgm:prSet presAssocID="{3C7E0EE6-F9EE-443D-939F-30248DF93B8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BBDFCA4-D7C0-4221-8B46-2E288EA8CEC6}" type="pres">
      <dgm:prSet presAssocID="{3C7E0EE6-F9EE-443D-939F-30248DF93B85}" presName="aSpace" presStyleCnt="0"/>
      <dgm:spPr/>
    </dgm:pt>
    <dgm:pt modelId="{2120E4B3-507F-4B66-8013-53B68D3DEF6A}" type="pres">
      <dgm:prSet presAssocID="{066E43CD-1C21-4008-A81A-A512887715F4}" presName="compNode" presStyleCnt="0"/>
      <dgm:spPr/>
    </dgm:pt>
    <dgm:pt modelId="{674ABFA3-55CC-4711-B9B1-FF327A352D9B}" type="pres">
      <dgm:prSet presAssocID="{066E43CD-1C21-4008-A81A-A512887715F4}" presName="noGeometry" presStyleCnt="0"/>
      <dgm:spPr/>
    </dgm:pt>
    <dgm:pt modelId="{0AAC9CBB-0B59-4AB2-879F-B9A746A02DCB}" type="pres">
      <dgm:prSet presAssocID="{066E43CD-1C21-4008-A81A-A512887715F4}" presName="childTextVisible" presStyleLbl="bgAccFollowNode1" presStyleIdx="1" presStyleCnt="3">
        <dgm:presLayoutVars>
          <dgm:bulletEnabled val="1"/>
        </dgm:presLayoutVars>
      </dgm:prSet>
      <dgm:spPr/>
    </dgm:pt>
    <dgm:pt modelId="{64EE82D3-76E5-4A90-AC1F-6412E6874ACF}" type="pres">
      <dgm:prSet presAssocID="{066E43CD-1C21-4008-A81A-A512887715F4}" presName="childTextHidden" presStyleLbl="bgAccFollowNode1" presStyleIdx="1" presStyleCnt="3"/>
      <dgm:spPr/>
    </dgm:pt>
    <dgm:pt modelId="{375BA0E3-C166-4A50-85A7-CEBF0BCAD759}" type="pres">
      <dgm:prSet presAssocID="{066E43CD-1C21-4008-A81A-A512887715F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36F1712-6C40-4241-A06B-5F9EE8E95C23}" type="pres">
      <dgm:prSet presAssocID="{066E43CD-1C21-4008-A81A-A512887715F4}" presName="aSpace" presStyleCnt="0"/>
      <dgm:spPr/>
    </dgm:pt>
    <dgm:pt modelId="{C8012E26-14EB-4A1F-828D-D80E082BEA5D}" type="pres">
      <dgm:prSet presAssocID="{0086648E-9086-4100-9293-2246FEBA9C58}" presName="compNode" presStyleCnt="0"/>
      <dgm:spPr/>
    </dgm:pt>
    <dgm:pt modelId="{7DBEBF8B-9566-4FB7-8346-5A37674AE2A2}" type="pres">
      <dgm:prSet presAssocID="{0086648E-9086-4100-9293-2246FEBA9C58}" presName="noGeometry" presStyleCnt="0"/>
      <dgm:spPr/>
    </dgm:pt>
    <dgm:pt modelId="{536B5CE2-5C0F-47AF-BC5F-6D0D1BDAA0CD}" type="pres">
      <dgm:prSet presAssocID="{0086648E-9086-4100-9293-2246FEBA9C58}" presName="childTextVisible" presStyleLbl="bgAccFollowNode1" presStyleIdx="2" presStyleCnt="3">
        <dgm:presLayoutVars>
          <dgm:bulletEnabled val="1"/>
        </dgm:presLayoutVars>
      </dgm:prSet>
      <dgm:spPr/>
    </dgm:pt>
    <dgm:pt modelId="{50E9462A-AE1B-418A-BB00-3A419DA14FD9}" type="pres">
      <dgm:prSet presAssocID="{0086648E-9086-4100-9293-2246FEBA9C58}" presName="childTextHidden" presStyleLbl="bgAccFollowNode1" presStyleIdx="2" presStyleCnt="3"/>
      <dgm:spPr/>
    </dgm:pt>
    <dgm:pt modelId="{C4452C8A-04EF-42CE-873A-1B57759BE4D9}" type="pres">
      <dgm:prSet presAssocID="{0086648E-9086-4100-9293-2246FEBA9C58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B648CE00-9B76-41FF-8945-0BE1F8AFB30F}" srcId="{066E43CD-1C21-4008-A81A-A512887715F4}" destId="{32EBAEEE-8E1C-45CD-BE8A-66FE32C4D57E}" srcOrd="0" destOrd="0" parTransId="{2BF4C4D8-5346-4501-AB65-6E2EBC3D10AC}" sibTransId="{A94D4188-B3A7-49D0-B872-618E2ACA089D}"/>
    <dgm:cxn modelId="{6E020115-8B78-4745-B597-133501DE2FAA}" type="presOf" srcId="{B81813B9-1C05-4DFC-94B0-47D91319B0E7}" destId="{75DEFBA5-012E-4B8C-A292-16789EFE7139}" srcOrd="1" destOrd="0" presId="urn:microsoft.com/office/officeart/2005/8/layout/hProcess6"/>
    <dgm:cxn modelId="{0D0A1A19-1EA8-434F-B0FB-F18BBC832354}" type="presOf" srcId="{9508FC16-0021-4A11-8F18-651C8C6276D3}" destId="{536B5CE2-5C0F-47AF-BC5F-6D0D1BDAA0CD}" srcOrd="0" destOrd="1" presId="urn:microsoft.com/office/officeart/2005/8/layout/hProcess6"/>
    <dgm:cxn modelId="{9ABD881C-EC18-417D-91B7-92600961E240}" srcId="{3C7E0EE6-F9EE-443D-939F-30248DF93B85}" destId="{B3C06892-F0A9-49F5-805E-584D298A0C11}" srcOrd="1" destOrd="0" parTransId="{F4723EAE-AD0B-43D0-A6EA-B2115AB1ED10}" sibTransId="{78A8B417-3021-4F32-80C7-E0E9E74BB817}"/>
    <dgm:cxn modelId="{77DD641D-5F9F-4C19-A922-197BBBB6D817}" type="presOf" srcId="{0086648E-9086-4100-9293-2246FEBA9C58}" destId="{C4452C8A-04EF-42CE-873A-1B57759BE4D9}" srcOrd="0" destOrd="0" presId="urn:microsoft.com/office/officeart/2005/8/layout/hProcess6"/>
    <dgm:cxn modelId="{604D7823-D3D7-44CA-924A-CC17A8AA26EB}" type="presOf" srcId="{B355D32E-9E0B-441D-B2C9-FB41F30483F1}" destId="{50E9462A-AE1B-418A-BB00-3A419DA14FD9}" srcOrd="1" destOrd="0" presId="urn:microsoft.com/office/officeart/2005/8/layout/hProcess6"/>
    <dgm:cxn modelId="{42BC945D-9827-4AED-B4CF-6298A1A83B00}" type="presOf" srcId="{B3C06892-F0A9-49F5-805E-584D298A0C11}" destId="{75DEFBA5-012E-4B8C-A292-16789EFE7139}" srcOrd="1" destOrd="1" presId="urn:microsoft.com/office/officeart/2005/8/layout/hProcess6"/>
    <dgm:cxn modelId="{644EEA64-EBC4-466D-8913-0EC8A25BBB68}" type="presOf" srcId="{B355D32E-9E0B-441D-B2C9-FB41F30483F1}" destId="{536B5CE2-5C0F-47AF-BC5F-6D0D1BDAA0CD}" srcOrd="0" destOrd="0" presId="urn:microsoft.com/office/officeart/2005/8/layout/hProcess6"/>
    <dgm:cxn modelId="{183D206A-BB0D-4315-96A9-35D26E6CCCFF}" type="presOf" srcId="{066E43CD-1C21-4008-A81A-A512887715F4}" destId="{375BA0E3-C166-4A50-85A7-CEBF0BCAD759}" srcOrd="0" destOrd="0" presId="urn:microsoft.com/office/officeart/2005/8/layout/hProcess6"/>
    <dgm:cxn modelId="{1A70806C-C2F6-4E57-8EDC-5A0CB656C322}" srcId="{0086648E-9086-4100-9293-2246FEBA9C58}" destId="{B355D32E-9E0B-441D-B2C9-FB41F30483F1}" srcOrd="0" destOrd="0" parTransId="{87B918C2-E4AD-463C-96FB-31F7FC607EFD}" sibTransId="{E7EA4EB9-2AC7-4C4B-B42C-2E3FEF709BE2}"/>
    <dgm:cxn modelId="{ACB34A4E-7497-4706-94F9-1BBB1EDC6222}" srcId="{3C7E0EE6-F9EE-443D-939F-30248DF93B85}" destId="{B81813B9-1C05-4DFC-94B0-47D91319B0E7}" srcOrd="0" destOrd="0" parTransId="{6277A575-D25B-47BD-BA59-2566B8455C95}" sibTransId="{738ED96B-CC3A-45B6-B7D5-5F1D9EC87E9B}"/>
    <dgm:cxn modelId="{71D2F353-2C16-485D-8E20-871D8A8C0033}" type="presOf" srcId="{32EBAEEE-8E1C-45CD-BE8A-66FE32C4D57E}" destId="{64EE82D3-76E5-4A90-AC1F-6412E6874ACF}" srcOrd="1" destOrd="0" presId="urn:microsoft.com/office/officeart/2005/8/layout/hProcess6"/>
    <dgm:cxn modelId="{D0778854-15BE-4ED6-A94E-3DF11B844C7A}" type="presOf" srcId="{3C7E0EE6-F9EE-443D-939F-30248DF93B85}" destId="{579AE4E0-C2D1-496E-B384-FC8F7AD241B0}" srcOrd="0" destOrd="0" presId="urn:microsoft.com/office/officeart/2005/8/layout/hProcess6"/>
    <dgm:cxn modelId="{0AAFEF7A-09C6-455A-A843-500F3E24B2FB}" srcId="{6D489D8B-42DA-4564-B11A-15FB225218C4}" destId="{3C7E0EE6-F9EE-443D-939F-30248DF93B85}" srcOrd="0" destOrd="0" parTransId="{A00544BD-3D51-415D-8EC0-36F50C6D155A}" sibTransId="{31E5FFCF-535E-472B-8632-5A247CB1B5D1}"/>
    <dgm:cxn modelId="{FB92289D-65AD-4909-A103-27EC6DE2BDEC}" srcId="{6D489D8B-42DA-4564-B11A-15FB225218C4}" destId="{066E43CD-1C21-4008-A81A-A512887715F4}" srcOrd="1" destOrd="0" parTransId="{E26C5F56-71ED-436F-B4A0-8377F1846BA4}" sibTransId="{C479595E-377B-41E5-8FFA-222556DFA712}"/>
    <dgm:cxn modelId="{29AF79AD-D08C-4C37-B5A3-C4E0DA324C05}" type="presOf" srcId="{B81813B9-1C05-4DFC-94B0-47D91319B0E7}" destId="{D378AB23-DD67-4CC5-8A8B-12534A9142A7}" srcOrd="0" destOrd="0" presId="urn:microsoft.com/office/officeart/2005/8/layout/hProcess6"/>
    <dgm:cxn modelId="{AF02A6C5-26AC-478F-AA9F-E7F5800834FF}" srcId="{6D489D8B-42DA-4564-B11A-15FB225218C4}" destId="{0086648E-9086-4100-9293-2246FEBA9C58}" srcOrd="2" destOrd="0" parTransId="{1F9BD235-75F7-4E8E-B40C-4CD6CB3BD888}" sibTransId="{9BC88BDF-DB8C-45FB-9EAD-4D18E00FFAE7}"/>
    <dgm:cxn modelId="{D60774D1-F442-4738-98F8-84F063E1E5FF}" type="presOf" srcId="{6D489D8B-42DA-4564-B11A-15FB225218C4}" destId="{35996F9B-93FB-4AA1-93F6-3557D5C767CF}" srcOrd="0" destOrd="0" presId="urn:microsoft.com/office/officeart/2005/8/layout/hProcess6"/>
    <dgm:cxn modelId="{DB8560D2-E1CE-4CE6-8AD8-9F4D5EDB7354}" srcId="{066E43CD-1C21-4008-A81A-A512887715F4}" destId="{97B7CD29-D0C5-4BB2-89E1-A68565DF17D3}" srcOrd="1" destOrd="0" parTransId="{8E0B3650-A3CF-47EE-A15E-38AAADFC99AF}" sibTransId="{F8085693-1B6C-468C-B2CF-49ED5D1407C0}"/>
    <dgm:cxn modelId="{40C098DD-CC7D-4B1D-B768-6F5F9A7A45BA}" type="presOf" srcId="{97B7CD29-D0C5-4BB2-89E1-A68565DF17D3}" destId="{64EE82D3-76E5-4A90-AC1F-6412E6874ACF}" srcOrd="1" destOrd="1" presId="urn:microsoft.com/office/officeart/2005/8/layout/hProcess6"/>
    <dgm:cxn modelId="{1B476DE3-29F3-42FD-9C9B-D16545453AF7}" srcId="{0086648E-9086-4100-9293-2246FEBA9C58}" destId="{9508FC16-0021-4A11-8F18-651C8C6276D3}" srcOrd="1" destOrd="0" parTransId="{8F396189-6163-4225-B828-8C7DA026C046}" sibTransId="{95BB1F9E-7879-4CF8-B5D5-DE2C7417AE82}"/>
    <dgm:cxn modelId="{5AAE7AEE-63C7-4130-B2B7-DC141C1B183F}" type="presOf" srcId="{97B7CD29-D0C5-4BB2-89E1-A68565DF17D3}" destId="{0AAC9CBB-0B59-4AB2-879F-B9A746A02DCB}" srcOrd="0" destOrd="1" presId="urn:microsoft.com/office/officeart/2005/8/layout/hProcess6"/>
    <dgm:cxn modelId="{BF3C3FF2-5BEB-40E2-ABBA-1BCC3E4CF58C}" type="presOf" srcId="{9508FC16-0021-4A11-8F18-651C8C6276D3}" destId="{50E9462A-AE1B-418A-BB00-3A419DA14FD9}" srcOrd="1" destOrd="1" presId="urn:microsoft.com/office/officeart/2005/8/layout/hProcess6"/>
    <dgm:cxn modelId="{67FA42FB-C6CC-4898-8F30-1AFBEAD806DF}" type="presOf" srcId="{B3C06892-F0A9-49F5-805E-584D298A0C11}" destId="{D378AB23-DD67-4CC5-8A8B-12534A9142A7}" srcOrd="0" destOrd="1" presId="urn:microsoft.com/office/officeart/2005/8/layout/hProcess6"/>
    <dgm:cxn modelId="{0E0229FE-86A9-4CD5-AAD1-722724ED2BAF}" type="presOf" srcId="{32EBAEEE-8E1C-45CD-BE8A-66FE32C4D57E}" destId="{0AAC9CBB-0B59-4AB2-879F-B9A746A02DCB}" srcOrd="0" destOrd="0" presId="urn:microsoft.com/office/officeart/2005/8/layout/hProcess6"/>
    <dgm:cxn modelId="{3D0141F6-2B5D-4C32-BAFA-F9F1629BADD8}" type="presParOf" srcId="{35996F9B-93FB-4AA1-93F6-3557D5C767CF}" destId="{94FAB1F5-0E22-4A14-AB27-042A61522B43}" srcOrd="0" destOrd="0" presId="urn:microsoft.com/office/officeart/2005/8/layout/hProcess6"/>
    <dgm:cxn modelId="{0CC4B55A-8136-4694-B872-13114132E802}" type="presParOf" srcId="{94FAB1F5-0E22-4A14-AB27-042A61522B43}" destId="{BE38F53E-4AF3-436C-9320-464D1BBF4324}" srcOrd="0" destOrd="0" presId="urn:microsoft.com/office/officeart/2005/8/layout/hProcess6"/>
    <dgm:cxn modelId="{B63C056D-9762-4DA3-AF07-A5501FA7CFE5}" type="presParOf" srcId="{94FAB1F5-0E22-4A14-AB27-042A61522B43}" destId="{D378AB23-DD67-4CC5-8A8B-12534A9142A7}" srcOrd="1" destOrd="0" presId="urn:microsoft.com/office/officeart/2005/8/layout/hProcess6"/>
    <dgm:cxn modelId="{B44608D0-0C53-4B79-8608-D25ECFFF913A}" type="presParOf" srcId="{94FAB1F5-0E22-4A14-AB27-042A61522B43}" destId="{75DEFBA5-012E-4B8C-A292-16789EFE7139}" srcOrd="2" destOrd="0" presId="urn:microsoft.com/office/officeart/2005/8/layout/hProcess6"/>
    <dgm:cxn modelId="{A14E0420-E9ED-4819-AC31-B2F4181AA497}" type="presParOf" srcId="{94FAB1F5-0E22-4A14-AB27-042A61522B43}" destId="{579AE4E0-C2D1-496E-B384-FC8F7AD241B0}" srcOrd="3" destOrd="0" presId="urn:microsoft.com/office/officeart/2005/8/layout/hProcess6"/>
    <dgm:cxn modelId="{77BAAA09-EEA6-4D6A-91E8-F6E79A48787F}" type="presParOf" srcId="{35996F9B-93FB-4AA1-93F6-3557D5C767CF}" destId="{2BBDFCA4-D7C0-4221-8B46-2E288EA8CEC6}" srcOrd="1" destOrd="0" presId="urn:microsoft.com/office/officeart/2005/8/layout/hProcess6"/>
    <dgm:cxn modelId="{0655A86A-E4F6-4F83-9C3F-672B65A24E12}" type="presParOf" srcId="{35996F9B-93FB-4AA1-93F6-3557D5C767CF}" destId="{2120E4B3-507F-4B66-8013-53B68D3DEF6A}" srcOrd="2" destOrd="0" presId="urn:microsoft.com/office/officeart/2005/8/layout/hProcess6"/>
    <dgm:cxn modelId="{8B856A24-8419-4F04-ACC7-4572A4F6B045}" type="presParOf" srcId="{2120E4B3-507F-4B66-8013-53B68D3DEF6A}" destId="{674ABFA3-55CC-4711-B9B1-FF327A352D9B}" srcOrd="0" destOrd="0" presId="urn:microsoft.com/office/officeart/2005/8/layout/hProcess6"/>
    <dgm:cxn modelId="{6E69EA12-CCEB-4D58-8DAE-B850455F85F2}" type="presParOf" srcId="{2120E4B3-507F-4B66-8013-53B68D3DEF6A}" destId="{0AAC9CBB-0B59-4AB2-879F-B9A746A02DCB}" srcOrd="1" destOrd="0" presId="urn:microsoft.com/office/officeart/2005/8/layout/hProcess6"/>
    <dgm:cxn modelId="{839D9565-268F-4E79-AD07-61A3F71C3EFB}" type="presParOf" srcId="{2120E4B3-507F-4B66-8013-53B68D3DEF6A}" destId="{64EE82D3-76E5-4A90-AC1F-6412E6874ACF}" srcOrd="2" destOrd="0" presId="urn:microsoft.com/office/officeart/2005/8/layout/hProcess6"/>
    <dgm:cxn modelId="{C34AD947-6DAB-436E-8EC0-5541E7386F21}" type="presParOf" srcId="{2120E4B3-507F-4B66-8013-53B68D3DEF6A}" destId="{375BA0E3-C166-4A50-85A7-CEBF0BCAD759}" srcOrd="3" destOrd="0" presId="urn:microsoft.com/office/officeart/2005/8/layout/hProcess6"/>
    <dgm:cxn modelId="{D1154EE0-8987-47C9-A0C2-06E39CE65087}" type="presParOf" srcId="{35996F9B-93FB-4AA1-93F6-3557D5C767CF}" destId="{636F1712-6C40-4241-A06B-5F9EE8E95C23}" srcOrd="3" destOrd="0" presId="urn:microsoft.com/office/officeart/2005/8/layout/hProcess6"/>
    <dgm:cxn modelId="{49F88947-8036-4437-9523-235974ECCD33}" type="presParOf" srcId="{35996F9B-93FB-4AA1-93F6-3557D5C767CF}" destId="{C8012E26-14EB-4A1F-828D-D80E082BEA5D}" srcOrd="4" destOrd="0" presId="urn:microsoft.com/office/officeart/2005/8/layout/hProcess6"/>
    <dgm:cxn modelId="{44DEBAF3-2F9B-4533-8F29-77538C801D2B}" type="presParOf" srcId="{C8012E26-14EB-4A1F-828D-D80E082BEA5D}" destId="{7DBEBF8B-9566-4FB7-8346-5A37674AE2A2}" srcOrd="0" destOrd="0" presId="urn:microsoft.com/office/officeart/2005/8/layout/hProcess6"/>
    <dgm:cxn modelId="{ADFA0532-4900-4303-BA92-76AC661CEE77}" type="presParOf" srcId="{C8012E26-14EB-4A1F-828D-D80E082BEA5D}" destId="{536B5CE2-5C0F-47AF-BC5F-6D0D1BDAA0CD}" srcOrd="1" destOrd="0" presId="urn:microsoft.com/office/officeart/2005/8/layout/hProcess6"/>
    <dgm:cxn modelId="{CB0C0CC1-0E4C-4EC8-99C4-C31151BD991B}" type="presParOf" srcId="{C8012E26-14EB-4A1F-828D-D80E082BEA5D}" destId="{50E9462A-AE1B-418A-BB00-3A419DA14FD9}" srcOrd="2" destOrd="0" presId="urn:microsoft.com/office/officeart/2005/8/layout/hProcess6"/>
    <dgm:cxn modelId="{1CF7E37E-7874-4D9B-840B-53D4FD508B89}" type="presParOf" srcId="{C8012E26-14EB-4A1F-828D-D80E082BEA5D}" destId="{C4452C8A-04EF-42CE-873A-1B57759BE4D9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76F144-DEDC-4A56-8576-CC31490E6958}" type="doc">
      <dgm:prSet loTypeId="urn:microsoft.com/office/officeart/2005/8/layout/hierarchy3" loCatId="hierarchy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411009A1-8625-4B5D-9581-1DC909159184}">
      <dgm:prSet phldrT="[Texto]" phldr="0"/>
      <dgm:spPr/>
      <dgm:t>
        <a:bodyPr/>
        <a:lstStyle/>
        <a:p>
          <a:r>
            <a:rPr lang="es-ES" dirty="0"/>
            <a:t>Inicio</a:t>
          </a:r>
        </a:p>
      </dgm:t>
    </dgm:pt>
    <dgm:pt modelId="{BF50C9DA-A865-41E8-868C-1C95366AE771}" type="parTrans" cxnId="{0991909B-888F-4542-945A-FCFFC3B847CF}">
      <dgm:prSet/>
      <dgm:spPr/>
      <dgm:t>
        <a:bodyPr/>
        <a:lstStyle/>
        <a:p>
          <a:endParaRPr lang="es-ES"/>
        </a:p>
      </dgm:t>
    </dgm:pt>
    <dgm:pt modelId="{0702E712-DC59-40E3-A2B7-FF43C03CEE65}" type="sibTrans" cxnId="{0991909B-888F-4542-945A-FCFFC3B847CF}">
      <dgm:prSet/>
      <dgm:spPr/>
      <dgm:t>
        <a:bodyPr/>
        <a:lstStyle/>
        <a:p>
          <a:endParaRPr lang="es-ES"/>
        </a:p>
      </dgm:t>
    </dgm:pt>
    <dgm:pt modelId="{36900627-028A-4DA9-B940-16DEB43E4810}">
      <dgm:prSet phldrT="[Texto]" phldr="0"/>
      <dgm:spPr/>
      <dgm:t>
        <a:bodyPr/>
        <a:lstStyle/>
        <a:p>
          <a:r>
            <a:rPr lang="es-ES" dirty="0"/>
            <a:t>Registrarse</a:t>
          </a:r>
        </a:p>
      </dgm:t>
    </dgm:pt>
    <dgm:pt modelId="{D57433FD-156D-41AA-81CD-2845F9E245AF}" type="parTrans" cxnId="{7B50266B-47F1-47C3-9009-3FDF6142B269}">
      <dgm:prSet/>
      <dgm:spPr/>
      <dgm:t>
        <a:bodyPr/>
        <a:lstStyle/>
        <a:p>
          <a:endParaRPr lang="es-ES"/>
        </a:p>
      </dgm:t>
    </dgm:pt>
    <dgm:pt modelId="{6A5CE9A6-499E-4EE6-97B3-6FEDDF6C24A8}" type="sibTrans" cxnId="{7B50266B-47F1-47C3-9009-3FDF6142B269}">
      <dgm:prSet/>
      <dgm:spPr/>
      <dgm:t>
        <a:bodyPr/>
        <a:lstStyle/>
        <a:p>
          <a:endParaRPr lang="es-ES"/>
        </a:p>
      </dgm:t>
    </dgm:pt>
    <dgm:pt modelId="{EA8F038B-CFA7-48FE-82DA-BCA6593E3F7F}">
      <dgm:prSet phldrT="[Texto]" phldr="0"/>
      <dgm:spPr/>
      <dgm:t>
        <a:bodyPr/>
        <a:lstStyle/>
        <a:p>
          <a:r>
            <a:rPr lang="es-ES" dirty="0"/>
            <a:t>Login</a:t>
          </a:r>
        </a:p>
      </dgm:t>
    </dgm:pt>
    <dgm:pt modelId="{67E8F776-D85C-4483-8C0F-6DC200829580}" type="parTrans" cxnId="{4E561C96-684E-41AC-B6B6-0D8CAB075A97}">
      <dgm:prSet/>
      <dgm:spPr/>
      <dgm:t>
        <a:bodyPr/>
        <a:lstStyle/>
        <a:p>
          <a:endParaRPr lang="es-ES"/>
        </a:p>
      </dgm:t>
    </dgm:pt>
    <dgm:pt modelId="{DD102C00-D7C8-49AD-94C6-38A1EBCCC740}" type="sibTrans" cxnId="{4E561C96-684E-41AC-B6B6-0D8CAB075A97}">
      <dgm:prSet/>
      <dgm:spPr/>
      <dgm:t>
        <a:bodyPr/>
        <a:lstStyle/>
        <a:p>
          <a:endParaRPr lang="es-ES"/>
        </a:p>
      </dgm:t>
    </dgm:pt>
    <dgm:pt modelId="{76E879A7-78D1-4AF6-96FE-D20F5E244BB6}">
      <dgm:prSet phldrT="[Texto]" phldr="0"/>
      <dgm:spPr/>
      <dgm:t>
        <a:bodyPr/>
        <a:lstStyle/>
        <a:p>
          <a:r>
            <a:rPr lang="es-ES" dirty="0"/>
            <a:t>Balance general</a:t>
          </a:r>
        </a:p>
      </dgm:t>
    </dgm:pt>
    <dgm:pt modelId="{D895A99D-166D-4479-BA13-CBFF2152084E}" type="parTrans" cxnId="{3CFD5C99-F13D-4D54-9590-528005819D1D}">
      <dgm:prSet/>
      <dgm:spPr/>
      <dgm:t>
        <a:bodyPr/>
        <a:lstStyle/>
        <a:p>
          <a:endParaRPr lang="es-ES"/>
        </a:p>
      </dgm:t>
    </dgm:pt>
    <dgm:pt modelId="{B74CF28C-FBB4-475E-8977-B564BF8320C1}" type="sibTrans" cxnId="{3CFD5C99-F13D-4D54-9590-528005819D1D}">
      <dgm:prSet/>
      <dgm:spPr/>
      <dgm:t>
        <a:bodyPr/>
        <a:lstStyle/>
        <a:p>
          <a:endParaRPr lang="es-ES"/>
        </a:p>
      </dgm:t>
    </dgm:pt>
    <dgm:pt modelId="{54AED17D-161E-45EF-AE64-11FCBA93A67F}">
      <dgm:prSet phldrT="[Texto]" phldr="0"/>
      <dgm:spPr/>
      <dgm:t>
        <a:bodyPr/>
        <a:lstStyle/>
        <a:p>
          <a:r>
            <a:rPr lang="es-ES" dirty="0"/>
            <a:t>Balance del mes</a:t>
          </a:r>
        </a:p>
      </dgm:t>
    </dgm:pt>
    <dgm:pt modelId="{DE883ACD-9BD7-4E02-AFDA-BE86D3AF1E7C}" type="parTrans" cxnId="{380CE67A-6159-48A0-9D4C-1F4B7E157DB0}">
      <dgm:prSet/>
      <dgm:spPr/>
      <dgm:t>
        <a:bodyPr/>
        <a:lstStyle/>
        <a:p>
          <a:endParaRPr lang="es-ES"/>
        </a:p>
      </dgm:t>
    </dgm:pt>
    <dgm:pt modelId="{86837BB3-9F4A-422E-B1A1-D9C1F4765797}" type="sibTrans" cxnId="{380CE67A-6159-48A0-9D4C-1F4B7E157DB0}">
      <dgm:prSet/>
      <dgm:spPr/>
      <dgm:t>
        <a:bodyPr/>
        <a:lstStyle/>
        <a:p>
          <a:endParaRPr lang="es-ES"/>
        </a:p>
      </dgm:t>
    </dgm:pt>
    <dgm:pt modelId="{01CD3699-8AA5-47E2-A820-8FF128EDF487}">
      <dgm:prSet phldrT="[Texto]" phldr="0"/>
      <dgm:spPr/>
      <dgm:t>
        <a:bodyPr/>
        <a:lstStyle/>
        <a:p>
          <a:r>
            <a:rPr lang="es-ES" dirty="0"/>
            <a:t>Tarjetas datos generales</a:t>
          </a:r>
        </a:p>
      </dgm:t>
    </dgm:pt>
    <dgm:pt modelId="{180BC1CC-7B35-4012-8B3B-B61B8A190E7B}" type="parTrans" cxnId="{624C73C0-1E2F-4A59-A965-798825F4F4C0}">
      <dgm:prSet/>
      <dgm:spPr/>
      <dgm:t>
        <a:bodyPr/>
        <a:lstStyle/>
        <a:p>
          <a:endParaRPr lang="es-ES"/>
        </a:p>
      </dgm:t>
    </dgm:pt>
    <dgm:pt modelId="{12445A0A-71CA-4808-B726-BBF2E821F07F}" type="sibTrans" cxnId="{624C73C0-1E2F-4A59-A965-798825F4F4C0}">
      <dgm:prSet/>
      <dgm:spPr/>
      <dgm:t>
        <a:bodyPr/>
        <a:lstStyle/>
        <a:p>
          <a:endParaRPr lang="es-ES"/>
        </a:p>
      </dgm:t>
    </dgm:pt>
    <dgm:pt modelId="{E56E786F-65BA-493A-AC3C-F8CBED504C11}">
      <dgm:prSet phldrT="[Texto]" phldr="0"/>
      <dgm:spPr/>
      <dgm:t>
        <a:bodyPr/>
        <a:lstStyle/>
        <a:p>
          <a:r>
            <a:rPr lang="es-ES" dirty="0"/>
            <a:t>Movimientos</a:t>
          </a:r>
        </a:p>
      </dgm:t>
    </dgm:pt>
    <dgm:pt modelId="{28514346-1BC8-4228-9802-134E5078D464}" type="parTrans" cxnId="{9255A980-BD87-4387-96B0-5840E614DB8D}">
      <dgm:prSet/>
      <dgm:spPr/>
      <dgm:t>
        <a:bodyPr/>
        <a:lstStyle/>
        <a:p>
          <a:endParaRPr lang="es-ES"/>
        </a:p>
      </dgm:t>
    </dgm:pt>
    <dgm:pt modelId="{1408EA49-9E47-4C1C-AC37-F09E7D7B347B}" type="sibTrans" cxnId="{9255A980-BD87-4387-96B0-5840E614DB8D}">
      <dgm:prSet/>
      <dgm:spPr/>
      <dgm:t>
        <a:bodyPr/>
        <a:lstStyle/>
        <a:p>
          <a:endParaRPr lang="es-ES"/>
        </a:p>
      </dgm:t>
    </dgm:pt>
    <dgm:pt modelId="{0B814D6B-DB90-4148-9DE4-1899A3908A79}">
      <dgm:prSet phldrT="[Texto]" phldr="0"/>
      <dgm:spPr/>
      <dgm:t>
        <a:bodyPr/>
        <a:lstStyle/>
        <a:p>
          <a:r>
            <a:rPr lang="es-ES" dirty="0"/>
            <a:t>Agregar Movimiento</a:t>
          </a:r>
        </a:p>
      </dgm:t>
    </dgm:pt>
    <dgm:pt modelId="{DA60D669-370F-4382-9796-C5DEFAA70C2E}" type="parTrans" cxnId="{BCCB7EB5-BCDD-4744-9322-6F27BA393276}">
      <dgm:prSet/>
      <dgm:spPr/>
      <dgm:t>
        <a:bodyPr/>
        <a:lstStyle/>
        <a:p>
          <a:endParaRPr lang="es-ES"/>
        </a:p>
      </dgm:t>
    </dgm:pt>
    <dgm:pt modelId="{E2F237D0-0479-4FCE-83E8-6565EA6EF6E3}" type="sibTrans" cxnId="{BCCB7EB5-BCDD-4744-9322-6F27BA393276}">
      <dgm:prSet/>
      <dgm:spPr/>
      <dgm:t>
        <a:bodyPr/>
        <a:lstStyle/>
        <a:p>
          <a:endParaRPr lang="es-ES"/>
        </a:p>
      </dgm:t>
    </dgm:pt>
    <dgm:pt modelId="{6FF8FB07-2A2D-49E4-A766-43EC4A9CD442}">
      <dgm:prSet phldrT="[Texto]" phldr="0"/>
      <dgm:spPr/>
      <dgm:t>
        <a:bodyPr/>
        <a:lstStyle/>
        <a:p>
          <a:r>
            <a:rPr lang="es-ES" dirty="0"/>
            <a:t>Presupuestos</a:t>
          </a:r>
        </a:p>
      </dgm:t>
    </dgm:pt>
    <dgm:pt modelId="{476546E8-65D3-4E99-8E64-92AB6CDC546E}" type="parTrans" cxnId="{A7FF6E9F-AC44-4192-8CC7-54CCA121402C}">
      <dgm:prSet/>
      <dgm:spPr/>
      <dgm:t>
        <a:bodyPr/>
        <a:lstStyle/>
        <a:p>
          <a:endParaRPr lang="es-ES"/>
        </a:p>
      </dgm:t>
    </dgm:pt>
    <dgm:pt modelId="{9BC93FE5-DC5D-4745-9E3B-93959BF26CE3}" type="sibTrans" cxnId="{A7FF6E9F-AC44-4192-8CC7-54CCA121402C}">
      <dgm:prSet/>
      <dgm:spPr/>
      <dgm:t>
        <a:bodyPr/>
        <a:lstStyle/>
        <a:p>
          <a:endParaRPr lang="es-ES"/>
        </a:p>
      </dgm:t>
    </dgm:pt>
    <dgm:pt modelId="{D250849B-B4CB-4967-B003-8771CC276EBC}">
      <dgm:prSet phldrT="[Texto]" phldr="0"/>
      <dgm:spPr/>
      <dgm:t>
        <a:bodyPr/>
        <a:lstStyle/>
        <a:p>
          <a:r>
            <a:rPr lang="es-ES" dirty="0"/>
            <a:t>Crear Presupuesto</a:t>
          </a:r>
        </a:p>
      </dgm:t>
    </dgm:pt>
    <dgm:pt modelId="{173E64E5-5529-4840-BC58-BDDEF6E29824}" type="parTrans" cxnId="{EBC01316-A43A-4903-95F7-6CD16811B45B}">
      <dgm:prSet/>
      <dgm:spPr/>
      <dgm:t>
        <a:bodyPr/>
        <a:lstStyle/>
        <a:p>
          <a:endParaRPr lang="es-ES"/>
        </a:p>
      </dgm:t>
    </dgm:pt>
    <dgm:pt modelId="{2D16840B-7E84-4283-BF39-7A4E4ABA8F9B}" type="sibTrans" cxnId="{EBC01316-A43A-4903-95F7-6CD16811B45B}">
      <dgm:prSet/>
      <dgm:spPr/>
      <dgm:t>
        <a:bodyPr/>
        <a:lstStyle/>
        <a:p>
          <a:endParaRPr lang="es-ES"/>
        </a:p>
      </dgm:t>
    </dgm:pt>
    <dgm:pt modelId="{E6F0DECB-2CBC-498B-94D1-AB4C58D72A8B}">
      <dgm:prSet phldrT="[Texto]" phldr="0"/>
      <dgm:spPr/>
      <dgm:t>
        <a:bodyPr/>
        <a:lstStyle/>
        <a:p>
          <a:r>
            <a:rPr lang="es-ES" dirty="0"/>
            <a:t>Metas</a:t>
          </a:r>
        </a:p>
      </dgm:t>
    </dgm:pt>
    <dgm:pt modelId="{88FC2393-597E-4D1D-B1C1-B828CB97992A}" type="parTrans" cxnId="{A720F0D6-AF0E-4711-B8F8-F7B68808ACFE}">
      <dgm:prSet/>
      <dgm:spPr/>
      <dgm:t>
        <a:bodyPr/>
        <a:lstStyle/>
        <a:p>
          <a:endParaRPr lang="es-ES"/>
        </a:p>
      </dgm:t>
    </dgm:pt>
    <dgm:pt modelId="{0F4C56D6-9185-4BE1-86B3-01EF2DAF5C88}" type="sibTrans" cxnId="{A720F0D6-AF0E-4711-B8F8-F7B68808ACFE}">
      <dgm:prSet/>
      <dgm:spPr/>
      <dgm:t>
        <a:bodyPr/>
        <a:lstStyle/>
        <a:p>
          <a:endParaRPr lang="es-ES"/>
        </a:p>
      </dgm:t>
    </dgm:pt>
    <dgm:pt modelId="{55BCB40A-CE18-4EED-9835-1D8685AAE023}">
      <dgm:prSet phldrT="[Texto]" phldr="0"/>
      <dgm:spPr/>
      <dgm:t>
        <a:bodyPr/>
        <a:lstStyle/>
        <a:p>
          <a:r>
            <a:rPr lang="es-ES" dirty="0"/>
            <a:t>Educación</a:t>
          </a:r>
        </a:p>
      </dgm:t>
    </dgm:pt>
    <dgm:pt modelId="{641FB689-1AE2-4752-8BBC-D4B9511A2C6B}" type="parTrans" cxnId="{94580912-D319-4E5B-9F0E-1717BEBE787E}">
      <dgm:prSet/>
      <dgm:spPr/>
      <dgm:t>
        <a:bodyPr/>
        <a:lstStyle/>
        <a:p>
          <a:endParaRPr lang="es-ES"/>
        </a:p>
      </dgm:t>
    </dgm:pt>
    <dgm:pt modelId="{E9043945-C9D7-41C5-AE09-4EB2FD1D7D8A}" type="sibTrans" cxnId="{94580912-D319-4E5B-9F0E-1717BEBE787E}">
      <dgm:prSet/>
      <dgm:spPr/>
      <dgm:t>
        <a:bodyPr/>
        <a:lstStyle/>
        <a:p>
          <a:endParaRPr lang="es-ES"/>
        </a:p>
      </dgm:t>
    </dgm:pt>
    <dgm:pt modelId="{9ED41C3F-5053-445E-B622-E6B1FC423953}">
      <dgm:prSet phldrT="[Texto]" phldr="0"/>
      <dgm:spPr/>
      <dgm:t>
        <a:bodyPr/>
        <a:lstStyle/>
        <a:p>
          <a:r>
            <a:rPr lang="es-ES" dirty="0"/>
            <a:t>Eliminar Movimiento</a:t>
          </a:r>
        </a:p>
      </dgm:t>
    </dgm:pt>
    <dgm:pt modelId="{1FF3033F-BA29-4448-9264-9239E63C3545}" type="parTrans" cxnId="{EDDF2B8E-459B-48D9-B46C-40A27834FA70}">
      <dgm:prSet/>
      <dgm:spPr/>
      <dgm:t>
        <a:bodyPr/>
        <a:lstStyle/>
        <a:p>
          <a:endParaRPr lang="es-ES"/>
        </a:p>
      </dgm:t>
    </dgm:pt>
    <dgm:pt modelId="{7699DF39-2414-4A60-A704-DB438D0CF1DC}" type="sibTrans" cxnId="{EDDF2B8E-459B-48D9-B46C-40A27834FA70}">
      <dgm:prSet/>
      <dgm:spPr/>
      <dgm:t>
        <a:bodyPr/>
        <a:lstStyle/>
        <a:p>
          <a:endParaRPr lang="es-ES"/>
        </a:p>
      </dgm:t>
    </dgm:pt>
    <dgm:pt modelId="{62CBDD0B-C1C6-4B6E-B2EB-63D45FD42DC7}">
      <dgm:prSet phldrT="[Texto]" phldr="0"/>
      <dgm:spPr/>
      <dgm:t>
        <a:bodyPr/>
        <a:lstStyle/>
        <a:p>
          <a:r>
            <a:rPr lang="es-ES"/>
            <a:t>Eliminar Presupuesto</a:t>
          </a:r>
          <a:endParaRPr lang="es-ES" dirty="0"/>
        </a:p>
      </dgm:t>
    </dgm:pt>
    <dgm:pt modelId="{7489E351-04D4-405E-A26F-8E64F8DF542E}" type="parTrans" cxnId="{313ADE6E-C09A-4F23-95D8-4ECB17C6BDEA}">
      <dgm:prSet/>
      <dgm:spPr/>
      <dgm:t>
        <a:bodyPr/>
        <a:lstStyle/>
        <a:p>
          <a:endParaRPr lang="es-ES"/>
        </a:p>
      </dgm:t>
    </dgm:pt>
    <dgm:pt modelId="{3A6861CB-B5D3-44FC-A299-E8C71789488D}" type="sibTrans" cxnId="{313ADE6E-C09A-4F23-95D8-4ECB17C6BDEA}">
      <dgm:prSet/>
      <dgm:spPr/>
      <dgm:t>
        <a:bodyPr/>
        <a:lstStyle/>
        <a:p>
          <a:endParaRPr lang="es-ES"/>
        </a:p>
      </dgm:t>
    </dgm:pt>
    <dgm:pt modelId="{8C0A6765-C32B-4BF4-A868-509241BFE857}">
      <dgm:prSet phldrT="[Texto]" phldr="0"/>
      <dgm:spPr/>
      <dgm:t>
        <a:bodyPr/>
        <a:lstStyle/>
        <a:p>
          <a:r>
            <a:rPr lang="es-ES"/>
            <a:t>Editar Presupuesto</a:t>
          </a:r>
          <a:endParaRPr lang="es-ES" dirty="0"/>
        </a:p>
      </dgm:t>
    </dgm:pt>
    <dgm:pt modelId="{5308191E-093B-4204-BD8D-B1BC9818BCD7}" type="parTrans" cxnId="{42FA3F0E-F605-49ED-9331-6D6F8A46820E}">
      <dgm:prSet/>
      <dgm:spPr/>
      <dgm:t>
        <a:bodyPr/>
        <a:lstStyle/>
        <a:p>
          <a:endParaRPr lang="es-ES"/>
        </a:p>
      </dgm:t>
    </dgm:pt>
    <dgm:pt modelId="{11B7DA3B-2757-4C6C-8CE5-D1150CF38735}" type="sibTrans" cxnId="{42FA3F0E-F605-49ED-9331-6D6F8A46820E}">
      <dgm:prSet/>
      <dgm:spPr/>
      <dgm:t>
        <a:bodyPr/>
        <a:lstStyle/>
        <a:p>
          <a:endParaRPr lang="es-ES"/>
        </a:p>
      </dgm:t>
    </dgm:pt>
    <dgm:pt modelId="{EE10193C-6640-400A-BF65-A7A891FDA538}">
      <dgm:prSet phldrT="[Texto]" phldr="0"/>
      <dgm:spPr/>
      <dgm:t>
        <a:bodyPr/>
        <a:lstStyle/>
        <a:p>
          <a:r>
            <a:rPr lang="es-ES"/>
            <a:t>Agregar Meta</a:t>
          </a:r>
          <a:endParaRPr lang="es-ES" dirty="0"/>
        </a:p>
      </dgm:t>
    </dgm:pt>
    <dgm:pt modelId="{ECEE6050-2E9C-4CB0-B3E1-2F4EAE22D879}" type="parTrans" cxnId="{F823A427-2ACD-4AD8-B57F-B68AEEA6AF87}">
      <dgm:prSet/>
      <dgm:spPr/>
      <dgm:t>
        <a:bodyPr/>
        <a:lstStyle/>
        <a:p>
          <a:endParaRPr lang="es-ES"/>
        </a:p>
      </dgm:t>
    </dgm:pt>
    <dgm:pt modelId="{4FBCE1D4-CA10-4464-82BB-B175F866ED98}" type="sibTrans" cxnId="{F823A427-2ACD-4AD8-B57F-B68AEEA6AF87}">
      <dgm:prSet/>
      <dgm:spPr/>
      <dgm:t>
        <a:bodyPr/>
        <a:lstStyle/>
        <a:p>
          <a:endParaRPr lang="es-ES"/>
        </a:p>
      </dgm:t>
    </dgm:pt>
    <dgm:pt modelId="{F74EB18B-579F-4717-9975-24174E21660E}">
      <dgm:prSet phldrT="[Texto]" phldr="0"/>
      <dgm:spPr/>
      <dgm:t>
        <a:bodyPr/>
        <a:lstStyle/>
        <a:p>
          <a:r>
            <a:rPr lang="es-ES"/>
            <a:t>Agregar ahorro</a:t>
          </a:r>
          <a:endParaRPr lang="es-ES" dirty="0"/>
        </a:p>
      </dgm:t>
    </dgm:pt>
    <dgm:pt modelId="{05674FC2-A88E-4E83-9044-17FFCB521B7F}" type="parTrans" cxnId="{47F21E58-759E-4E3B-AA3D-A3383F6E9E58}">
      <dgm:prSet/>
      <dgm:spPr/>
      <dgm:t>
        <a:bodyPr/>
        <a:lstStyle/>
        <a:p>
          <a:endParaRPr lang="es-ES"/>
        </a:p>
      </dgm:t>
    </dgm:pt>
    <dgm:pt modelId="{9204CEAF-D0D8-4445-871A-DA2AC7D95AD4}" type="sibTrans" cxnId="{47F21E58-759E-4E3B-AA3D-A3383F6E9E58}">
      <dgm:prSet/>
      <dgm:spPr/>
      <dgm:t>
        <a:bodyPr/>
        <a:lstStyle/>
        <a:p>
          <a:endParaRPr lang="es-ES"/>
        </a:p>
      </dgm:t>
    </dgm:pt>
    <dgm:pt modelId="{481F7B9F-597D-4F78-860B-7E831BFBBDDF}">
      <dgm:prSet phldrT="[Texto]" phldr="0"/>
      <dgm:spPr/>
      <dgm:t>
        <a:bodyPr/>
        <a:lstStyle/>
        <a:p>
          <a:r>
            <a:rPr lang="es-ES" dirty="0"/>
            <a:t>Eliminar meta</a:t>
          </a:r>
        </a:p>
      </dgm:t>
    </dgm:pt>
    <dgm:pt modelId="{4DFC1F04-9A6C-48CF-A695-0A4336A1EED2}" type="parTrans" cxnId="{E64F0F7A-5E71-4E05-9F7C-BF2C6E2D7300}">
      <dgm:prSet/>
      <dgm:spPr/>
      <dgm:t>
        <a:bodyPr/>
        <a:lstStyle/>
        <a:p>
          <a:endParaRPr lang="es-ES"/>
        </a:p>
      </dgm:t>
    </dgm:pt>
    <dgm:pt modelId="{CEA2BFA8-40BB-461F-9066-B6DB536163A5}" type="sibTrans" cxnId="{E64F0F7A-5E71-4E05-9F7C-BF2C6E2D7300}">
      <dgm:prSet/>
      <dgm:spPr/>
      <dgm:t>
        <a:bodyPr/>
        <a:lstStyle/>
        <a:p>
          <a:endParaRPr lang="es-ES"/>
        </a:p>
      </dgm:t>
    </dgm:pt>
    <dgm:pt modelId="{B43A0A94-B864-4879-BDA9-639C9EA9B01B}">
      <dgm:prSet phldrT="[Texto]" phldr="0"/>
      <dgm:spPr/>
      <dgm:t>
        <a:bodyPr/>
        <a:lstStyle/>
        <a:p>
          <a:r>
            <a:rPr lang="es-ES"/>
            <a:t>Videos por nivel</a:t>
          </a:r>
          <a:endParaRPr lang="es-ES" dirty="0"/>
        </a:p>
      </dgm:t>
    </dgm:pt>
    <dgm:pt modelId="{53C8D01A-6E1F-4205-97DA-6584E51E00AF}" type="parTrans" cxnId="{BA935A89-75ED-464F-98AE-9B493C7AC909}">
      <dgm:prSet/>
      <dgm:spPr/>
      <dgm:t>
        <a:bodyPr/>
        <a:lstStyle/>
        <a:p>
          <a:endParaRPr lang="es-ES"/>
        </a:p>
      </dgm:t>
    </dgm:pt>
    <dgm:pt modelId="{40D204FD-0541-4878-BEA0-4FE3FFDC0D00}" type="sibTrans" cxnId="{BA935A89-75ED-464F-98AE-9B493C7AC909}">
      <dgm:prSet/>
      <dgm:spPr/>
      <dgm:t>
        <a:bodyPr/>
        <a:lstStyle/>
        <a:p>
          <a:endParaRPr lang="es-ES"/>
        </a:p>
      </dgm:t>
    </dgm:pt>
    <dgm:pt modelId="{4612E55F-0D41-4806-8B26-38C4F4BCE651}">
      <dgm:prSet phldrT="[Texto]" phldr="0"/>
      <dgm:spPr/>
      <dgm:t>
        <a:bodyPr/>
        <a:lstStyle/>
        <a:p>
          <a:r>
            <a:rPr lang="es-ES"/>
            <a:t>Libro de la semana</a:t>
          </a:r>
          <a:endParaRPr lang="es-ES" dirty="0"/>
        </a:p>
      </dgm:t>
    </dgm:pt>
    <dgm:pt modelId="{E2B516A1-415F-430E-8F08-0A94A1975E12}" type="parTrans" cxnId="{9D655687-2F5E-4EDD-B3D8-A80F7FE0B886}">
      <dgm:prSet/>
      <dgm:spPr/>
      <dgm:t>
        <a:bodyPr/>
        <a:lstStyle/>
        <a:p>
          <a:endParaRPr lang="es-ES"/>
        </a:p>
      </dgm:t>
    </dgm:pt>
    <dgm:pt modelId="{78E7B46C-C6A0-4166-9558-9C9AA04C439A}" type="sibTrans" cxnId="{9D655687-2F5E-4EDD-B3D8-A80F7FE0B886}">
      <dgm:prSet/>
      <dgm:spPr/>
      <dgm:t>
        <a:bodyPr/>
        <a:lstStyle/>
        <a:p>
          <a:endParaRPr lang="es-ES"/>
        </a:p>
      </dgm:t>
    </dgm:pt>
    <dgm:pt modelId="{3F6D5A48-DBC4-4402-8B88-B69505BB2FCC}">
      <dgm:prSet phldrT="[Texto]" phldr="0"/>
      <dgm:spPr/>
      <dgm:t>
        <a:bodyPr/>
        <a:lstStyle/>
        <a:p>
          <a:r>
            <a:rPr lang="es-ES"/>
            <a:t>Herramientas </a:t>
          </a:r>
          <a:endParaRPr lang="es-ES" dirty="0"/>
        </a:p>
      </dgm:t>
    </dgm:pt>
    <dgm:pt modelId="{60F6FFC9-AF11-4DA8-BFA5-5F8F7F3BC098}" type="parTrans" cxnId="{68459800-22EA-4816-BC7E-FB2FF12E4DAA}">
      <dgm:prSet/>
      <dgm:spPr/>
      <dgm:t>
        <a:bodyPr/>
        <a:lstStyle/>
        <a:p>
          <a:endParaRPr lang="es-ES"/>
        </a:p>
      </dgm:t>
    </dgm:pt>
    <dgm:pt modelId="{3E152BA7-7D4A-4FAC-B1F7-C637E239AE18}" type="sibTrans" cxnId="{68459800-22EA-4816-BC7E-FB2FF12E4DAA}">
      <dgm:prSet/>
      <dgm:spPr/>
      <dgm:t>
        <a:bodyPr/>
        <a:lstStyle/>
        <a:p>
          <a:endParaRPr lang="es-ES"/>
        </a:p>
      </dgm:t>
    </dgm:pt>
    <dgm:pt modelId="{F5994A79-DA77-462C-B1AB-2B749668441C}" type="pres">
      <dgm:prSet presAssocID="{9076F144-DEDC-4A56-8576-CC31490E695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BC612A7-9E01-4A3F-83A5-FCDC8EACFEAE}" type="pres">
      <dgm:prSet presAssocID="{411009A1-8625-4B5D-9581-1DC909159184}" presName="root" presStyleCnt="0"/>
      <dgm:spPr/>
    </dgm:pt>
    <dgm:pt modelId="{58EAA184-AD08-4CAE-855E-021D567E6C2D}" type="pres">
      <dgm:prSet presAssocID="{411009A1-8625-4B5D-9581-1DC909159184}" presName="rootComposite" presStyleCnt="0"/>
      <dgm:spPr/>
    </dgm:pt>
    <dgm:pt modelId="{4791D3BC-0640-4F06-B301-F93E03B0CC20}" type="pres">
      <dgm:prSet presAssocID="{411009A1-8625-4B5D-9581-1DC909159184}" presName="rootText" presStyleLbl="node1" presStyleIdx="0" presStyleCnt="6"/>
      <dgm:spPr/>
    </dgm:pt>
    <dgm:pt modelId="{BEF36EF5-736D-430B-B037-0C0581EBAEE0}" type="pres">
      <dgm:prSet presAssocID="{411009A1-8625-4B5D-9581-1DC909159184}" presName="rootConnector" presStyleLbl="node1" presStyleIdx="0" presStyleCnt="6"/>
      <dgm:spPr/>
    </dgm:pt>
    <dgm:pt modelId="{C14E9084-3F88-4F62-A104-C3BF586C6E77}" type="pres">
      <dgm:prSet presAssocID="{411009A1-8625-4B5D-9581-1DC909159184}" presName="childShape" presStyleCnt="0"/>
      <dgm:spPr/>
    </dgm:pt>
    <dgm:pt modelId="{41D56EA4-F01A-467E-8BCD-0CD7A51F4628}" type="pres">
      <dgm:prSet presAssocID="{D57433FD-156D-41AA-81CD-2845F9E245AF}" presName="Name13" presStyleLbl="parChTrans1D2" presStyleIdx="0" presStyleCnt="15"/>
      <dgm:spPr/>
    </dgm:pt>
    <dgm:pt modelId="{4AA4A2B4-4FC0-4680-BDAE-46DFF2036D69}" type="pres">
      <dgm:prSet presAssocID="{36900627-028A-4DA9-B940-16DEB43E4810}" presName="childText" presStyleLbl="bgAcc1" presStyleIdx="0" presStyleCnt="15">
        <dgm:presLayoutVars>
          <dgm:bulletEnabled val="1"/>
        </dgm:presLayoutVars>
      </dgm:prSet>
      <dgm:spPr/>
    </dgm:pt>
    <dgm:pt modelId="{F474F5F6-27E9-451D-B95A-CD1392857B68}" type="pres">
      <dgm:prSet presAssocID="{67E8F776-D85C-4483-8C0F-6DC200829580}" presName="Name13" presStyleLbl="parChTrans1D2" presStyleIdx="1" presStyleCnt="15"/>
      <dgm:spPr/>
    </dgm:pt>
    <dgm:pt modelId="{B5B66DAF-39E3-48E8-9415-79E36D51A852}" type="pres">
      <dgm:prSet presAssocID="{EA8F038B-CFA7-48FE-82DA-BCA6593E3F7F}" presName="childText" presStyleLbl="bgAcc1" presStyleIdx="1" presStyleCnt="15">
        <dgm:presLayoutVars>
          <dgm:bulletEnabled val="1"/>
        </dgm:presLayoutVars>
      </dgm:prSet>
      <dgm:spPr/>
    </dgm:pt>
    <dgm:pt modelId="{524327C0-FBF0-45BB-A471-1767294A7193}" type="pres">
      <dgm:prSet presAssocID="{76E879A7-78D1-4AF6-96FE-D20F5E244BB6}" presName="root" presStyleCnt="0"/>
      <dgm:spPr/>
    </dgm:pt>
    <dgm:pt modelId="{4D0B4A29-9BF0-4F83-B8D3-997A976B25DE}" type="pres">
      <dgm:prSet presAssocID="{76E879A7-78D1-4AF6-96FE-D20F5E244BB6}" presName="rootComposite" presStyleCnt="0"/>
      <dgm:spPr/>
    </dgm:pt>
    <dgm:pt modelId="{880304A1-1BF3-43AE-ADE1-275070605AE7}" type="pres">
      <dgm:prSet presAssocID="{76E879A7-78D1-4AF6-96FE-D20F5E244BB6}" presName="rootText" presStyleLbl="node1" presStyleIdx="1" presStyleCnt="6"/>
      <dgm:spPr/>
    </dgm:pt>
    <dgm:pt modelId="{6190C577-C610-4CC9-94DC-5AB35CFEF342}" type="pres">
      <dgm:prSet presAssocID="{76E879A7-78D1-4AF6-96FE-D20F5E244BB6}" presName="rootConnector" presStyleLbl="node1" presStyleIdx="1" presStyleCnt="6"/>
      <dgm:spPr/>
    </dgm:pt>
    <dgm:pt modelId="{08C84541-B4B6-44D7-96B7-23B4CCE797A1}" type="pres">
      <dgm:prSet presAssocID="{76E879A7-78D1-4AF6-96FE-D20F5E244BB6}" presName="childShape" presStyleCnt="0"/>
      <dgm:spPr/>
    </dgm:pt>
    <dgm:pt modelId="{BEA104A9-55C4-4ACA-AA06-1586FEA1B4C4}" type="pres">
      <dgm:prSet presAssocID="{DE883ACD-9BD7-4E02-AFDA-BE86D3AF1E7C}" presName="Name13" presStyleLbl="parChTrans1D2" presStyleIdx="2" presStyleCnt="15"/>
      <dgm:spPr/>
    </dgm:pt>
    <dgm:pt modelId="{6962DDBC-290B-4A13-88C3-9D26777DE492}" type="pres">
      <dgm:prSet presAssocID="{54AED17D-161E-45EF-AE64-11FCBA93A67F}" presName="childText" presStyleLbl="bgAcc1" presStyleIdx="2" presStyleCnt="15">
        <dgm:presLayoutVars>
          <dgm:bulletEnabled val="1"/>
        </dgm:presLayoutVars>
      </dgm:prSet>
      <dgm:spPr/>
    </dgm:pt>
    <dgm:pt modelId="{30F334B8-2EE1-46AA-9DA1-EADEDD5AA90C}" type="pres">
      <dgm:prSet presAssocID="{180BC1CC-7B35-4012-8B3B-B61B8A190E7B}" presName="Name13" presStyleLbl="parChTrans1D2" presStyleIdx="3" presStyleCnt="15"/>
      <dgm:spPr/>
    </dgm:pt>
    <dgm:pt modelId="{AF5AD43D-94A8-47CD-90D7-45DE7C4AB5B4}" type="pres">
      <dgm:prSet presAssocID="{01CD3699-8AA5-47E2-A820-8FF128EDF487}" presName="childText" presStyleLbl="bgAcc1" presStyleIdx="3" presStyleCnt="15">
        <dgm:presLayoutVars>
          <dgm:bulletEnabled val="1"/>
        </dgm:presLayoutVars>
      </dgm:prSet>
      <dgm:spPr/>
    </dgm:pt>
    <dgm:pt modelId="{C7F758C2-A43C-4F41-A52F-FEC482B3F183}" type="pres">
      <dgm:prSet presAssocID="{E56E786F-65BA-493A-AC3C-F8CBED504C11}" presName="root" presStyleCnt="0"/>
      <dgm:spPr/>
    </dgm:pt>
    <dgm:pt modelId="{794F8786-1F8B-40F6-9277-4F706DE876AD}" type="pres">
      <dgm:prSet presAssocID="{E56E786F-65BA-493A-AC3C-F8CBED504C11}" presName="rootComposite" presStyleCnt="0"/>
      <dgm:spPr/>
    </dgm:pt>
    <dgm:pt modelId="{8B4C8ECA-EB48-42A4-8DD6-77EE458C399B}" type="pres">
      <dgm:prSet presAssocID="{E56E786F-65BA-493A-AC3C-F8CBED504C11}" presName="rootText" presStyleLbl="node1" presStyleIdx="2" presStyleCnt="6"/>
      <dgm:spPr/>
    </dgm:pt>
    <dgm:pt modelId="{0B1C6002-DA0B-4BDD-8CBA-7E37AA829455}" type="pres">
      <dgm:prSet presAssocID="{E56E786F-65BA-493A-AC3C-F8CBED504C11}" presName="rootConnector" presStyleLbl="node1" presStyleIdx="2" presStyleCnt="6"/>
      <dgm:spPr/>
    </dgm:pt>
    <dgm:pt modelId="{5075E156-60D6-4E2C-A850-C7D9461AAF77}" type="pres">
      <dgm:prSet presAssocID="{E56E786F-65BA-493A-AC3C-F8CBED504C11}" presName="childShape" presStyleCnt="0"/>
      <dgm:spPr/>
    </dgm:pt>
    <dgm:pt modelId="{85FFBF57-82CD-4564-A47B-92E502032A56}" type="pres">
      <dgm:prSet presAssocID="{DA60D669-370F-4382-9796-C5DEFAA70C2E}" presName="Name13" presStyleLbl="parChTrans1D2" presStyleIdx="4" presStyleCnt="15"/>
      <dgm:spPr/>
    </dgm:pt>
    <dgm:pt modelId="{4F35F157-3B6D-4683-9E79-C17993CC3532}" type="pres">
      <dgm:prSet presAssocID="{0B814D6B-DB90-4148-9DE4-1899A3908A79}" presName="childText" presStyleLbl="bgAcc1" presStyleIdx="4" presStyleCnt="15">
        <dgm:presLayoutVars>
          <dgm:bulletEnabled val="1"/>
        </dgm:presLayoutVars>
      </dgm:prSet>
      <dgm:spPr/>
    </dgm:pt>
    <dgm:pt modelId="{4C933C25-A774-43A9-97A6-07E0D94C194F}" type="pres">
      <dgm:prSet presAssocID="{1FF3033F-BA29-4448-9264-9239E63C3545}" presName="Name13" presStyleLbl="parChTrans1D2" presStyleIdx="5" presStyleCnt="15"/>
      <dgm:spPr/>
    </dgm:pt>
    <dgm:pt modelId="{06DBC2D8-5F18-4E65-8BF4-A06F254A7F88}" type="pres">
      <dgm:prSet presAssocID="{9ED41C3F-5053-445E-B622-E6B1FC423953}" presName="childText" presStyleLbl="bgAcc1" presStyleIdx="5" presStyleCnt="15">
        <dgm:presLayoutVars>
          <dgm:bulletEnabled val="1"/>
        </dgm:presLayoutVars>
      </dgm:prSet>
      <dgm:spPr/>
    </dgm:pt>
    <dgm:pt modelId="{FD568BDE-B7DB-4030-AF46-1E0BE519F794}" type="pres">
      <dgm:prSet presAssocID="{6FF8FB07-2A2D-49E4-A766-43EC4A9CD442}" presName="root" presStyleCnt="0"/>
      <dgm:spPr/>
    </dgm:pt>
    <dgm:pt modelId="{172D26E7-9731-4F95-91FD-560F21982577}" type="pres">
      <dgm:prSet presAssocID="{6FF8FB07-2A2D-49E4-A766-43EC4A9CD442}" presName="rootComposite" presStyleCnt="0"/>
      <dgm:spPr/>
    </dgm:pt>
    <dgm:pt modelId="{BF28659A-23F5-40C4-9B84-3DCC922BE073}" type="pres">
      <dgm:prSet presAssocID="{6FF8FB07-2A2D-49E4-A766-43EC4A9CD442}" presName="rootText" presStyleLbl="node1" presStyleIdx="3" presStyleCnt="6"/>
      <dgm:spPr/>
    </dgm:pt>
    <dgm:pt modelId="{CF992315-2DB9-44D9-B270-305FB8DBCF65}" type="pres">
      <dgm:prSet presAssocID="{6FF8FB07-2A2D-49E4-A766-43EC4A9CD442}" presName="rootConnector" presStyleLbl="node1" presStyleIdx="3" presStyleCnt="6"/>
      <dgm:spPr/>
    </dgm:pt>
    <dgm:pt modelId="{AB497264-8EBB-4960-86B5-48FB797FCEB7}" type="pres">
      <dgm:prSet presAssocID="{6FF8FB07-2A2D-49E4-A766-43EC4A9CD442}" presName="childShape" presStyleCnt="0"/>
      <dgm:spPr/>
    </dgm:pt>
    <dgm:pt modelId="{358F54E4-1EEF-4DC3-9429-19655B6EDF99}" type="pres">
      <dgm:prSet presAssocID="{173E64E5-5529-4840-BC58-BDDEF6E29824}" presName="Name13" presStyleLbl="parChTrans1D2" presStyleIdx="6" presStyleCnt="15"/>
      <dgm:spPr/>
    </dgm:pt>
    <dgm:pt modelId="{0BD872EF-A2C2-4233-9383-31559241A4F1}" type="pres">
      <dgm:prSet presAssocID="{D250849B-B4CB-4967-B003-8771CC276EBC}" presName="childText" presStyleLbl="bgAcc1" presStyleIdx="6" presStyleCnt="15">
        <dgm:presLayoutVars>
          <dgm:bulletEnabled val="1"/>
        </dgm:presLayoutVars>
      </dgm:prSet>
      <dgm:spPr/>
    </dgm:pt>
    <dgm:pt modelId="{69BCD191-87F6-443E-A076-C96433DE4C18}" type="pres">
      <dgm:prSet presAssocID="{7489E351-04D4-405E-A26F-8E64F8DF542E}" presName="Name13" presStyleLbl="parChTrans1D2" presStyleIdx="7" presStyleCnt="15"/>
      <dgm:spPr/>
    </dgm:pt>
    <dgm:pt modelId="{3B655C30-C45C-4C6E-947E-5E7C8A00C234}" type="pres">
      <dgm:prSet presAssocID="{62CBDD0B-C1C6-4B6E-B2EB-63D45FD42DC7}" presName="childText" presStyleLbl="bgAcc1" presStyleIdx="7" presStyleCnt="15">
        <dgm:presLayoutVars>
          <dgm:bulletEnabled val="1"/>
        </dgm:presLayoutVars>
      </dgm:prSet>
      <dgm:spPr/>
    </dgm:pt>
    <dgm:pt modelId="{DAADA0D9-57B1-48EF-94ED-9F004D952258}" type="pres">
      <dgm:prSet presAssocID="{5308191E-093B-4204-BD8D-B1BC9818BCD7}" presName="Name13" presStyleLbl="parChTrans1D2" presStyleIdx="8" presStyleCnt="15"/>
      <dgm:spPr/>
    </dgm:pt>
    <dgm:pt modelId="{D920B4C5-D3DD-4AE1-9B61-5270E6A4307A}" type="pres">
      <dgm:prSet presAssocID="{8C0A6765-C32B-4BF4-A868-509241BFE857}" presName="childText" presStyleLbl="bgAcc1" presStyleIdx="8" presStyleCnt="15">
        <dgm:presLayoutVars>
          <dgm:bulletEnabled val="1"/>
        </dgm:presLayoutVars>
      </dgm:prSet>
      <dgm:spPr/>
    </dgm:pt>
    <dgm:pt modelId="{15332602-1720-4F81-9476-AE2E305D5DBF}" type="pres">
      <dgm:prSet presAssocID="{E6F0DECB-2CBC-498B-94D1-AB4C58D72A8B}" presName="root" presStyleCnt="0"/>
      <dgm:spPr/>
    </dgm:pt>
    <dgm:pt modelId="{BCB72E57-C695-4C54-BAA3-9E7133621E4E}" type="pres">
      <dgm:prSet presAssocID="{E6F0DECB-2CBC-498B-94D1-AB4C58D72A8B}" presName="rootComposite" presStyleCnt="0"/>
      <dgm:spPr/>
    </dgm:pt>
    <dgm:pt modelId="{A987B68E-4171-4D81-8C1A-21A4535F17C3}" type="pres">
      <dgm:prSet presAssocID="{E6F0DECB-2CBC-498B-94D1-AB4C58D72A8B}" presName="rootText" presStyleLbl="node1" presStyleIdx="4" presStyleCnt="6"/>
      <dgm:spPr/>
    </dgm:pt>
    <dgm:pt modelId="{D9F2785B-161A-459A-8640-8E87476224E8}" type="pres">
      <dgm:prSet presAssocID="{E6F0DECB-2CBC-498B-94D1-AB4C58D72A8B}" presName="rootConnector" presStyleLbl="node1" presStyleIdx="4" presStyleCnt="6"/>
      <dgm:spPr/>
    </dgm:pt>
    <dgm:pt modelId="{1ADDA237-405C-42DB-8F50-CDDA4BD94C6D}" type="pres">
      <dgm:prSet presAssocID="{E6F0DECB-2CBC-498B-94D1-AB4C58D72A8B}" presName="childShape" presStyleCnt="0"/>
      <dgm:spPr/>
    </dgm:pt>
    <dgm:pt modelId="{4D250755-E679-45AC-86BB-4A0C2A048CD9}" type="pres">
      <dgm:prSet presAssocID="{ECEE6050-2E9C-4CB0-B3E1-2F4EAE22D879}" presName="Name13" presStyleLbl="parChTrans1D2" presStyleIdx="9" presStyleCnt="15"/>
      <dgm:spPr/>
    </dgm:pt>
    <dgm:pt modelId="{EAF7B830-85DB-4EA5-A6F2-E33380F09E67}" type="pres">
      <dgm:prSet presAssocID="{EE10193C-6640-400A-BF65-A7A891FDA538}" presName="childText" presStyleLbl="bgAcc1" presStyleIdx="9" presStyleCnt="15">
        <dgm:presLayoutVars>
          <dgm:bulletEnabled val="1"/>
        </dgm:presLayoutVars>
      </dgm:prSet>
      <dgm:spPr/>
    </dgm:pt>
    <dgm:pt modelId="{3FE98A70-0162-465C-8C6E-F104EBCF7D4B}" type="pres">
      <dgm:prSet presAssocID="{05674FC2-A88E-4E83-9044-17FFCB521B7F}" presName="Name13" presStyleLbl="parChTrans1D2" presStyleIdx="10" presStyleCnt="15"/>
      <dgm:spPr/>
    </dgm:pt>
    <dgm:pt modelId="{3ECD9202-4D3B-41D0-9385-79C7A05620A5}" type="pres">
      <dgm:prSet presAssocID="{F74EB18B-579F-4717-9975-24174E21660E}" presName="childText" presStyleLbl="bgAcc1" presStyleIdx="10" presStyleCnt="15">
        <dgm:presLayoutVars>
          <dgm:bulletEnabled val="1"/>
        </dgm:presLayoutVars>
      </dgm:prSet>
      <dgm:spPr/>
    </dgm:pt>
    <dgm:pt modelId="{D66EBDA8-6801-45BD-A92E-1B160C9CB0EA}" type="pres">
      <dgm:prSet presAssocID="{4DFC1F04-9A6C-48CF-A695-0A4336A1EED2}" presName="Name13" presStyleLbl="parChTrans1D2" presStyleIdx="11" presStyleCnt="15"/>
      <dgm:spPr/>
    </dgm:pt>
    <dgm:pt modelId="{375EE02F-6776-4764-9078-0FE475744ED9}" type="pres">
      <dgm:prSet presAssocID="{481F7B9F-597D-4F78-860B-7E831BFBBDDF}" presName="childText" presStyleLbl="bgAcc1" presStyleIdx="11" presStyleCnt="15">
        <dgm:presLayoutVars>
          <dgm:bulletEnabled val="1"/>
        </dgm:presLayoutVars>
      </dgm:prSet>
      <dgm:spPr/>
    </dgm:pt>
    <dgm:pt modelId="{5155B14D-50D7-44A4-ADB8-840DDA4A65F2}" type="pres">
      <dgm:prSet presAssocID="{55BCB40A-CE18-4EED-9835-1D8685AAE023}" presName="root" presStyleCnt="0"/>
      <dgm:spPr/>
    </dgm:pt>
    <dgm:pt modelId="{D3D92F0A-1AE2-4570-B8A0-27B80F92F62E}" type="pres">
      <dgm:prSet presAssocID="{55BCB40A-CE18-4EED-9835-1D8685AAE023}" presName="rootComposite" presStyleCnt="0"/>
      <dgm:spPr/>
    </dgm:pt>
    <dgm:pt modelId="{00FA0E76-CF9D-40A2-935C-23BA5A5EA274}" type="pres">
      <dgm:prSet presAssocID="{55BCB40A-CE18-4EED-9835-1D8685AAE023}" presName="rootText" presStyleLbl="node1" presStyleIdx="5" presStyleCnt="6"/>
      <dgm:spPr/>
    </dgm:pt>
    <dgm:pt modelId="{8246C25C-82A7-4F20-9088-096A406D54EB}" type="pres">
      <dgm:prSet presAssocID="{55BCB40A-CE18-4EED-9835-1D8685AAE023}" presName="rootConnector" presStyleLbl="node1" presStyleIdx="5" presStyleCnt="6"/>
      <dgm:spPr/>
    </dgm:pt>
    <dgm:pt modelId="{B37E2587-76FE-4097-9B25-6C3D655F33EC}" type="pres">
      <dgm:prSet presAssocID="{55BCB40A-CE18-4EED-9835-1D8685AAE023}" presName="childShape" presStyleCnt="0"/>
      <dgm:spPr/>
    </dgm:pt>
    <dgm:pt modelId="{1BE89638-B157-49BA-BAA5-D0E0F1F1105E}" type="pres">
      <dgm:prSet presAssocID="{53C8D01A-6E1F-4205-97DA-6584E51E00AF}" presName="Name13" presStyleLbl="parChTrans1D2" presStyleIdx="12" presStyleCnt="15"/>
      <dgm:spPr/>
    </dgm:pt>
    <dgm:pt modelId="{137572F4-E7CD-49A4-A7D6-5FAA801F098E}" type="pres">
      <dgm:prSet presAssocID="{B43A0A94-B864-4879-BDA9-639C9EA9B01B}" presName="childText" presStyleLbl="bgAcc1" presStyleIdx="12" presStyleCnt="15">
        <dgm:presLayoutVars>
          <dgm:bulletEnabled val="1"/>
        </dgm:presLayoutVars>
      </dgm:prSet>
      <dgm:spPr/>
    </dgm:pt>
    <dgm:pt modelId="{4FD20AE5-3B4A-4A9C-8A3B-00E5EB1B3BCF}" type="pres">
      <dgm:prSet presAssocID="{E2B516A1-415F-430E-8F08-0A94A1975E12}" presName="Name13" presStyleLbl="parChTrans1D2" presStyleIdx="13" presStyleCnt="15"/>
      <dgm:spPr/>
    </dgm:pt>
    <dgm:pt modelId="{A6BA6A46-636B-4953-8CB3-5647D6314343}" type="pres">
      <dgm:prSet presAssocID="{4612E55F-0D41-4806-8B26-38C4F4BCE651}" presName="childText" presStyleLbl="bgAcc1" presStyleIdx="13" presStyleCnt="15">
        <dgm:presLayoutVars>
          <dgm:bulletEnabled val="1"/>
        </dgm:presLayoutVars>
      </dgm:prSet>
      <dgm:spPr/>
    </dgm:pt>
    <dgm:pt modelId="{F8295D18-CD90-468B-8F74-22CD0FEA7866}" type="pres">
      <dgm:prSet presAssocID="{60F6FFC9-AF11-4DA8-BFA5-5F8F7F3BC098}" presName="Name13" presStyleLbl="parChTrans1D2" presStyleIdx="14" presStyleCnt="15"/>
      <dgm:spPr/>
    </dgm:pt>
    <dgm:pt modelId="{B7279B7C-8E24-4EF7-B136-F697057918C5}" type="pres">
      <dgm:prSet presAssocID="{3F6D5A48-DBC4-4402-8B88-B69505BB2FCC}" presName="childText" presStyleLbl="bgAcc1" presStyleIdx="14" presStyleCnt="15">
        <dgm:presLayoutVars>
          <dgm:bulletEnabled val="1"/>
        </dgm:presLayoutVars>
      </dgm:prSet>
      <dgm:spPr/>
    </dgm:pt>
  </dgm:ptLst>
  <dgm:cxnLst>
    <dgm:cxn modelId="{68459800-22EA-4816-BC7E-FB2FF12E4DAA}" srcId="{55BCB40A-CE18-4EED-9835-1D8685AAE023}" destId="{3F6D5A48-DBC4-4402-8B88-B69505BB2FCC}" srcOrd="2" destOrd="0" parTransId="{60F6FFC9-AF11-4DA8-BFA5-5F8F7F3BC098}" sibTransId="{3E152BA7-7D4A-4FAC-B1F7-C637E239AE18}"/>
    <dgm:cxn modelId="{8902AF04-BD68-48BE-95C1-E0019DB88752}" type="presOf" srcId="{76E879A7-78D1-4AF6-96FE-D20F5E244BB6}" destId="{6190C577-C610-4CC9-94DC-5AB35CFEF342}" srcOrd="1" destOrd="0" presId="urn:microsoft.com/office/officeart/2005/8/layout/hierarchy3"/>
    <dgm:cxn modelId="{5D01DB04-4389-4C8C-8080-6662490EA1AD}" type="presOf" srcId="{E56E786F-65BA-493A-AC3C-F8CBED504C11}" destId="{8B4C8ECA-EB48-42A4-8DD6-77EE458C399B}" srcOrd="0" destOrd="0" presId="urn:microsoft.com/office/officeart/2005/8/layout/hierarchy3"/>
    <dgm:cxn modelId="{DCDDC107-A6B2-4F4F-A116-5CA21C5D3B03}" type="presOf" srcId="{1FF3033F-BA29-4448-9264-9239E63C3545}" destId="{4C933C25-A774-43A9-97A6-07E0D94C194F}" srcOrd="0" destOrd="0" presId="urn:microsoft.com/office/officeart/2005/8/layout/hierarchy3"/>
    <dgm:cxn modelId="{EF5EBB0A-E584-4F06-AEC3-0F3B8A597A91}" type="presOf" srcId="{411009A1-8625-4B5D-9581-1DC909159184}" destId="{BEF36EF5-736D-430B-B037-0C0581EBAEE0}" srcOrd="1" destOrd="0" presId="urn:microsoft.com/office/officeart/2005/8/layout/hierarchy3"/>
    <dgm:cxn modelId="{42FA3F0E-F605-49ED-9331-6D6F8A46820E}" srcId="{6FF8FB07-2A2D-49E4-A766-43EC4A9CD442}" destId="{8C0A6765-C32B-4BF4-A868-509241BFE857}" srcOrd="2" destOrd="0" parTransId="{5308191E-093B-4204-BD8D-B1BC9818BCD7}" sibTransId="{11B7DA3B-2757-4C6C-8CE5-D1150CF38735}"/>
    <dgm:cxn modelId="{94580912-D319-4E5B-9F0E-1717BEBE787E}" srcId="{9076F144-DEDC-4A56-8576-CC31490E6958}" destId="{55BCB40A-CE18-4EED-9835-1D8685AAE023}" srcOrd="5" destOrd="0" parTransId="{641FB689-1AE2-4752-8BBC-D4B9511A2C6B}" sibTransId="{E9043945-C9D7-41C5-AE09-4EB2FD1D7D8A}"/>
    <dgm:cxn modelId="{4B902F12-B106-4954-975C-FADEAC3EC7CF}" type="presOf" srcId="{E2B516A1-415F-430E-8F08-0A94A1975E12}" destId="{4FD20AE5-3B4A-4A9C-8A3B-00E5EB1B3BCF}" srcOrd="0" destOrd="0" presId="urn:microsoft.com/office/officeart/2005/8/layout/hierarchy3"/>
    <dgm:cxn modelId="{3EF43B12-CCFD-4358-B2B6-CFA685249298}" type="presOf" srcId="{EA8F038B-CFA7-48FE-82DA-BCA6593E3F7F}" destId="{B5B66DAF-39E3-48E8-9415-79E36D51A852}" srcOrd="0" destOrd="0" presId="urn:microsoft.com/office/officeart/2005/8/layout/hierarchy3"/>
    <dgm:cxn modelId="{EBC01316-A43A-4903-95F7-6CD16811B45B}" srcId="{6FF8FB07-2A2D-49E4-A766-43EC4A9CD442}" destId="{D250849B-B4CB-4967-B003-8771CC276EBC}" srcOrd="0" destOrd="0" parTransId="{173E64E5-5529-4840-BC58-BDDEF6E29824}" sibTransId="{2D16840B-7E84-4283-BF39-7A4E4ABA8F9B}"/>
    <dgm:cxn modelId="{CE65191C-4468-4C85-97AE-10543F4FBA4E}" type="presOf" srcId="{6FF8FB07-2A2D-49E4-A766-43EC4A9CD442}" destId="{BF28659A-23F5-40C4-9B84-3DCC922BE073}" srcOrd="0" destOrd="0" presId="urn:microsoft.com/office/officeart/2005/8/layout/hierarchy3"/>
    <dgm:cxn modelId="{F60C5420-963E-4932-90ED-3E88E05F7C32}" type="presOf" srcId="{DA60D669-370F-4382-9796-C5DEFAA70C2E}" destId="{85FFBF57-82CD-4564-A47B-92E502032A56}" srcOrd="0" destOrd="0" presId="urn:microsoft.com/office/officeart/2005/8/layout/hierarchy3"/>
    <dgm:cxn modelId="{396F1221-BE44-412C-98E4-F037C298CDC1}" type="presOf" srcId="{76E879A7-78D1-4AF6-96FE-D20F5E244BB6}" destId="{880304A1-1BF3-43AE-ADE1-275070605AE7}" srcOrd="0" destOrd="0" presId="urn:microsoft.com/office/officeart/2005/8/layout/hierarchy3"/>
    <dgm:cxn modelId="{065EA821-E1F3-4484-AB15-1A6E817AF895}" type="presOf" srcId="{ECEE6050-2E9C-4CB0-B3E1-2F4EAE22D879}" destId="{4D250755-E679-45AC-86BB-4A0C2A048CD9}" srcOrd="0" destOrd="0" presId="urn:microsoft.com/office/officeart/2005/8/layout/hierarchy3"/>
    <dgm:cxn modelId="{F823A427-2ACD-4AD8-B57F-B68AEEA6AF87}" srcId="{E6F0DECB-2CBC-498B-94D1-AB4C58D72A8B}" destId="{EE10193C-6640-400A-BF65-A7A891FDA538}" srcOrd="0" destOrd="0" parTransId="{ECEE6050-2E9C-4CB0-B3E1-2F4EAE22D879}" sibTransId="{4FBCE1D4-CA10-4464-82BB-B175F866ED98}"/>
    <dgm:cxn modelId="{A553A02F-D01A-46CD-A9BB-C965C2267DC2}" type="presOf" srcId="{4DFC1F04-9A6C-48CF-A695-0A4336A1EED2}" destId="{D66EBDA8-6801-45BD-A92E-1B160C9CB0EA}" srcOrd="0" destOrd="0" presId="urn:microsoft.com/office/officeart/2005/8/layout/hierarchy3"/>
    <dgm:cxn modelId="{5F1EBB36-DAB0-4EAC-8088-A37DB3780C26}" type="presOf" srcId="{E56E786F-65BA-493A-AC3C-F8CBED504C11}" destId="{0B1C6002-DA0B-4BDD-8CBA-7E37AA829455}" srcOrd="1" destOrd="0" presId="urn:microsoft.com/office/officeart/2005/8/layout/hierarchy3"/>
    <dgm:cxn modelId="{2D54223B-0FD9-4C22-8D57-5F7090E43025}" type="presOf" srcId="{36900627-028A-4DA9-B940-16DEB43E4810}" destId="{4AA4A2B4-4FC0-4680-BDAE-46DFF2036D69}" srcOrd="0" destOrd="0" presId="urn:microsoft.com/office/officeart/2005/8/layout/hierarchy3"/>
    <dgm:cxn modelId="{9EE2635E-DA73-435C-9552-B3E88F1AFEE7}" type="presOf" srcId="{D57433FD-156D-41AA-81CD-2845F9E245AF}" destId="{41D56EA4-F01A-467E-8BCD-0CD7A51F4628}" srcOrd="0" destOrd="0" presId="urn:microsoft.com/office/officeart/2005/8/layout/hierarchy3"/>
    <dgm:cxn modelId="{E443BA69-8595-4C2B-AACA-324174B53406}" type="presOf" srcId="{62CBDD0B-C1C6-4B6E-B2EB-63D45FD42DC7}" destId="{3B655C30-C45C-4C6E-947E-5E7C8A00C234}" srcOrd="0" destOrd="0" presId="urn:microsoft.com/office/officeart/2005/8/layout/hierarchy3"/>
    <dgm:cxn modelId="{7B50266B-47F1-47C3-9009-3FDF6142B269}" srcId="{411009A1-8625-4B5D-9581-1DC909159184}" destId="{36900627-028A-4DA9-B940-16DEB43E4810}" srcOrd="0" destOrd="0" parTransId="{D57433FD-156D-41AA-81CD-2845F9E245AF}" sibTransId="{6A5CE9A6-499E-4EE6-97B3-6FEDDF6C24A8}"/>
    <dgm:cxn modelId="{313ADE6E-C09A-4F23-95D8-4ECB17C6BDEA}" srcId="{6FF8FB07-2A2D-49E4-A766-43EC4A9CD442}" destId="{62CBDD0B-C1C6-4B6E-B2EB-63D45FD42DC7}" srcOrd="1" destOrd="0" parTransId="{7489E351-04D4-405E-A26F-8E64F8DF542E}" sibTransId="{3A6861CB-B5D3-44FC-A299-E8C71789488D}"/>
    <dgm:cxn modelId="{47F21E58-759E-4E3B-AA3D-A3383F6E9E58}" srcId="{E6F0DECB-2CBC-498B-94D1-AB4C58D72A8B}" destId="{F74EB18B-579F-4717-9975-24174E21660E}" srcOrd="1" destOrd="0" parTransId="{05674FC2-A88E-4E83-9044-17FFCB521B7F}" sibTransId="{9204CEAF-D0D8-4445-871A-DA2AC7D95AD4}"/>
    <dgm:cxn modelId="{1B1B7858-1BD1-4417-97E1-36EB326C6B89}" type="presOf" srcId="{05674FC2-A88E-4E83-9044-17FFCB521B7F}" destId="{3FE98A70-0162-465C-8C6E-F104EBCF7D4B}" srcOrd="0" destOrd="0" presId="urn:microsoft.com/office/officeart/2005/8/layout/hierarchy3"/>
    <dgm:cxn modelId="{E64F0F7A-5E71-4E05-9F7C-BF2C6E2D7300}" srcId="{E6F0DECB-2CBC-498B-94D1-AB4C58D72A8B}" destId="{481F7B9F-597D-4F78-860B-7E831BFBBDDF}" srcOrd="2" destOrd="0" parTransId="{4DFC1F04-9A6C-48CF-A695-0A4336A1EED2}" sibTransId="{CEA2BFA8-40BB-461F-9066-B6DB536163A5}"/>
    <dgm:cxn modelId="{2699865A-008D-4855-9117-9C4E8D55D988}" type="presOf" srcId="{E6F0DECB-2CBC-498B-94D1-AB4C58D72A8B}" destId="{A987B68E-4171-4D81-8C1A-21A4535F17C3}" srcOrd="0" destOrd="0" presId="urn:microsoft.com/office/officeart/2005/8/layout/hierarchy3"/>
    <dgm:cxn modelId="{380CE67A-6159-48A0-9D4C-1F4B7E157DB0}" srcId="{76E879A7-78D1-4AF6-96FE-D20F5E244BB6}" destId="{54AED17D-161E-45EF-AE64-11FCBA93A67F}" srcOrd="0" destOrd="0" parTransId="{DE883ACD-9BD7-4E02-AFDA-BE86D3AF1E7C}" sibTransId="{86837BB3-9F4A-422E-B1A1-D9C1F4765797}"/>
    <dgm:cxn modelId="{033D637D-1BE9-4882-BF52-F7EC888C29E2}" type="presOf" srcId="{01CD3699-8AA5-47E2-A820-8FF128EDF487}" destId="{AF5AD43D-94A8-47CD-90D7-45DE7C4AB5B4}" srcOrd="0" destOrd="0" presId="urn:microsoft.com/office/officeart/2005/8/layout/hierarchy3"/>
    <dgm:cxn modelId="{039D347E-C10D-417E-B65C-3DA8D001F8D9}" type="presOf" srcId="{B43A0A94-B864-4879-BDA9-639C9EA9B01B}" destId="{137572F4-E7CD-49A4-A7D6-5FAA801F098E}" srcOrd="0" destOrd="0" presId="urn:microsoft.com/office/officeart/2005/8/layout/hierarchy3"/>
    <dgm:cxn modelId="{9255A980-BD87-4387-96B0-5840E614DB8D}" srcId="{9076F144-DEDC-4A56-8576-CC31490E6958}" destId="{E56E786F-65BA-493A-AC3C-F8CBED504C11}" srcOrd="2" destOrd="0" parTransId="{28514346-1BC8-4228-9802-134E5078D464}" sibTransId="{1408EA49-9E47-4C1C-AC37-F09E7D7B347B}"/>
    <dgm:cxn modelId="{1B342681-1F33-4758-84BF-1A63846C21BE}" type="presOf" srcId="{53C8D01A-6E1F-4205-97DA-6584E51E00AF}" destId="{1BE89638-B157-49BA-BAA5-D0E0F1F1105E}" srcOrd="0" destOrd="0" presId="urn:microsoft.com/office/officeart/2005/8/layout/hierarchy3"/>
    <dgm:cxn modelId="{0604AD82-D17E-4C00-A501-D607C6C0C341}" type="presOf" srcId="{481F7B9F-597D-4F78-860B-7E831BFBBDDF}" destId="{375EE02F-6776-4764-9078-0FE475744ED9}" srcOrd="0" destOrd="0" presId="urn:microsoft.com/office/officeart/2005/8/layout/hierarchy3"/>
    <dgm:cxn modelId="{9D655687-2F5E-4EDD-B3D8-A80F7FE0B886}" srcId="{55BCB40A-CE18-4EED-9835-1D8685AAE023}" destId="{4612E55F-0D41-4806-8B26-38C4F4BCE651}" srcOrd="1" destOrd="0" parTransId="{E2B516A1-415F-430E-8F08-0A94A1975E12}" sibTransId="{78E7B46C-C6A0-4166-9558-9C9AA04C439A}"/>
    <dgm:cxn modelId="{8FDCB688-6B55-4411-8019-A653E1E5DD7F}" type="presOf" srcId="{60F6FFC9-AF11-4DA8-BFA5-5F8F7F3BC098}" destId="{F8295D18-CD90-468B-8F74-22CD0FEA7866}" srcOrd="0" destOrd="0" presId="urn:microsoft.com/office/officeart/2005/8/layout/hierarchy3"/>
    <dgm:cxn modelId="{BA935A89-75ED-464F-98AE-9B493C7AC909}" srcId="{55BCB40A-CE18-4EED-9835-1D8685AAE023}" destId="{B43A0A94-B864-4879-BDA9-639C9EA9B01B}" srcOrd="0" destOrd="0" parTransId="{53C8D01A-6E1F-4205-97DA-6584E51E00AF}" sibTransId="{40D204FD-0541-4878-BEA0-4FE3FFDC0D00}"/>
    <dgm:cxn modelId="{D567EC8D-0DA6-4300-8154-D22DBA5881EB}" type="presOf" srcId="{9ED41C3F-5053-445E-B622-E6B1FC423953}" destId="{06DBC2D8-5F18-4E65-8BF4-A06F254A7F88}" srcOrd="0" destOrd="0" presId="urn:microsoft.com/office/officeart/2005/8/layout/hierarchy3"/>
    <dgm:cxn modelId="{EDDF2B8E-459B-48D9-B46C-40A27834FA70}" srcId="{E56E786F-65BA-493A-AC3C-F8CBED504C11}" destId="{9ED41C3F-5053-445E-B622-E6B1FC423953}" srcOrd="1" destOrd="0" parTransId="{1FF3033F-BA29-4448-9264-9239E63C3545}" sibTransId="{7699DF39-2414-4A60-A704-DB438D0CF1DC}"/>
    <dgm:cxn modelId="{45D6B790-E739-47FA-BBA7-D0ACE66E5142}" type="presOf" srcId="{55BCB40A-CE18-4EED-9835-1D8685AAE023}" destId="{8246C25C-82A7-4F20-9088-096A406D54EB}" srcOrd="1" destOrd="0" presId="urn:microsoft.com/office/officeart/2005/8/layout/hierarchy3"/>
    <dgm:cxn modelId="{723B5B95-8C2B-4B53-83C2-4927C2E3631A}" type="presOf" srcId="{4612E55F-0D41-4806-8B26-38C4F4BCE651}" destId="{A6BA6A46-636B-4953-8CB3-5647D6314343}" srcOrd="0" destOrd="0" presId="urn:microsoft.com/office/officeart/2005/8/layout/hierarchy3"/>
    <dgm:cxn modelId="{4E561C96-684E-41AC-B6B6-0D8CAB075A97}" srcId="{411009A1-8625-4B5D-9581-1DC909159184}" destId="{EA8F038B-CFA7-48FE-82DA-BCA6593E3F7F}" srcOrd="1" destOrd="0" parTransId="{67E8F776-D85C-4483-8C0F-6DC200829580}" sibTransId="{DD102C00-D7C8-49AD-94C6-38A1EBCCC740}"/>
    <dgm:cxn modelId="{DBADA596-40B6-497B-AA06-A19598BEED78}" type="presOf" srcId="{5308191E-093B-4204-BD8D-B1BC9818BCD7}" destId="{DAADA0D9-57B1-48EF-94ED-9F004D952258}" srcOrd="0" destOrd="0" presId="urn:microsoft.com/office/officeart/2005/8/layout/hierarchy3"/>
    <dgm:cxn modelId="{3CFD5C99-F13D-4D54-9590-528005819D1D}" srcId="{9076F144-DEDC-4A56-8576-CC31490E6958}" destId="{76E879A7-78D1-4AF6-96FE-D20F5E244BB6}" srcOrd="1" destOrd="0" parTransId="{D895A99D-166D-4479-BA13-CBFF2152084E}" sibTransId="{B74CF28C-FBB4-475E-8977-B564BF8320C1}"/>
    <dgm:cxn modelId="{0991909B-888F-4542-945A-FCFFC3B847CF}" srcId="{9076F144-DEDC-4A56-8576-CC31490E6958}" destId="{411009A1-8625-4B5D-9581-1DC909159184}" srcOrd="0" destOrd="0" parTransId="{BF50C9DA-A865-41E8-868C-1C95366AE771}" sibTransId="{0702E712-DC59-40E3-A2B7-FF43C03CEE65}"/>
    <dgm:cxn modelId="{66C0229C-5AB7-424F-91C5-8E47892BE6C3}" type="presOf" srcId="{3F6D5A48-DBC4-4402-8B88-B69505BB2FCC}" destId="{B7279B7C-8E24-4EF7-B136-F697057918C5}" srcOrd="0" destOrd="0" presId="urn:microsoft.com/office/officeart/2005/8/layout/hierarchy3"/>
    <dgm:cxn modelId="{A7FF6E9F-AC44-4192-8CC7-54CCA121402C}" srcId="{9076F144-DEDC-4A56-8576-CC31490E6958}" destId="{6FF8FB07-2A2D-49E4-A766-43EC4A9CD442}" srcOrd="3" destOrd="0" parTransId="{476546E8-65D3-4E99-8E64-92AB6CDC546E}" sibTransId="{9BC93FE5-DC5D-4745-9E3B-93959BF26CE3}"/>
    <dgm:cxn modelId="{69AB1BA1-605B-4F5B-8C7B-CEB78D58C0B8}" type="presOf" srcId="{180BC1CC-7B35-4012-8B3B-B61B8A190E7B}" destId="{30F334B8-2EE1-46AA-9DA1-EADEDD5AA90C}" srcOrd="0" destOrd="0" presId="urn:microsoft.com/office/officeart/2005/8/layout/hierarchy3"/>
    <dgm:cxn modelId="{A056F0AC-135F-4DEB-B7F6-CBF2BEEC6670}" type="presOf" srcId="{E6F0DECB-2CBC-498B-94D1-AB4C58D72A8B}" destId="{D9F2785B-161A-459A-8640-8E87476224E8}" srcOrd="1" destOrd="0" presId="urn:microsoft.com/office/officeart/2005/8/layout/hierarchy3"/>
    <dgm:cxn modelId="{E47FA5AD-1FED-4AB1-A56F-BA11DBCA9A82}" type="presOf" srcId="{0B814D6B-DB90-4148-9DE4-1899A3908A79}" destId="{4F35F157-3B6D-4683-9E79-C17993CC3532}" srcOrd="0" destOrd="0" presId="urn:microsoft.com/office/officeart/2005/8/layout/hierarchy3"/>
    <dgm:cxn modelId="{BCCB7EB5-BCDD-4744-9322-6F27BA393276}" srcId="{E56E786F-65BA-493A-AC3C-F8CBED504C11}" destId="{0B814D6B-DB90-4148-9DE4-1899A3908A79}" srcOrd="0" destOrd="0" parTransId="{DA60D669-370F-4382-9796-C5DEFAA70C2E}" sibTransId="{E2F237D0-0479-4FCE-83E8-6565EA6EF6E3}"/>
    <dgm:cxn modelId="{314F0BBC-511B-493D-9C73-BDDAF1E67497}" type="presOf" srcId="{EE10193C-6640-400A-BF65-A7A891FDA538}" destId="{EAF7B830-85DB-4EA5-A6F2-E33380F09E67}" srcOrd="0" destOrd="0" presId="urn:microsoft.com/office/officeart/2005/8/layout/hierarchy3"/>
    <dgm:cxn modelId="{624C73C0-1E2F-4A59-A965-798825F4F4C0}" srcId="{76E879A7-78D1-4AF6-96FE-D20F5E244BB6}" destId="{01CD3699-8AA5-47E2-A820-8FF128EDF487}" srcOrd="1" destOrd="0" parTransId="{180BC1CC-7B35-4012-8B3B-B61B8A190E7B}" sibTransId="{12445A0A-71CA-4808-B726-BBF2E821F07F}"/>
    <dgm:cxn modelId="{25C977CE-BA81-4EBB-B39A-E37E5BA69CF6}" type="presOf" srcId="{D250849B-B4CB-4967-B003-8771CC276EBC}" destId="{0BD872EF-A2C2-4233-9383-31559241A4F1}" srcOrd="0" destOrd="0" presId="urn:microsoft.com/office/officeart/2005/8/layout/hierarchy3"/>
    <dgm:cxn modelId="{B6526FD2-6692-4D40-A15C-E63EB75D4B3F}" type="presOf" srcId="{54AED17D-161E-45EF-AE64-11FCBA93A67F}" destId="{6962DDBC-290B-4A13-88C3-9D26777DE492}" srcOrd="0" destOrd="0" presId="urn:microsoft.com/office/officeart/2005/8/layout/hierarchy3"/>
    <dgm:cxn modelId="{C7E22CD4-EB48-49D5-A469-E499A1AC1419}" type="presOf" srcId="{55BCB40A-CE18-4EED-9835-1D8685AAE023}" destId="{00FA0E76-CF9D-40A2-935C-23BA5A5EA274}" srcOrd="0" destOrd="0" presId="urn:microsoft.com/office/officeart/2005/8/layout/hierarchy3"/>
    <dgm:cxn modelId="{A720F0D6-AF0E-4711-B8F8-F7B68808ACFE}" srcId="{9076F144-DEDC-4A56-8576-CC31490E6958}" destId="{E6F0DECB-2CBC-498B-94D1-AB4C58D72A8B}" srcOrd="4" destOrd="0" parTransId="{88FC2393-597E-4D1D-B1C1-B828CB97992A}" sibTransId="{0F4C56D6-9185-4BE1-86B3-01EF2DAF5C88}"/>
    <dgm:cxn modelId="{D78509DB-B882-4A3F-8FD1-FA6C86B3E520}" type="presOf" srcId="{173E64E5-5529-4840-BC58-BDDEF6E29824}" destId="{358F54E4-1EEF-4DC3-9429-19655B6EDF99}" srcOrd="0" destOrd="0" presId="urn:microsoft.com/office/officeart/2005/8/layout/hierarchy3"/>
    <dgm:cxn modelId="{972280E0-11E4-41FA-B23B-317C39552817}" type="presOf" srcId="{DE883ACD-9BD7-4E02-AFDA-BE86D3AF1E7C}" destId="{BEA104A9-55C4-4ACA-AA06-1586FEA1B4C4}" srcOrd="0" destOrd="0" presId="urn:microsoft.com/office/officeart/2005/8/layout/hierarchy3"/>
    <dgm:cxn modelId="{536610E3-1E62-43AA-A934-F0D07B0E3264}" type="presOf" srcId="{411009A1-8625-4B5D-9581-1DC909159184}" destId="{4791D3BC-0640-4F06-B301-F93E03B0CC20}" srcOrd="0" destOrd="0" presId="urn:microsoft.com/office/officeart/2005/8/layout/hierarchy3"/>
    <dgm:cxn modelId="{5490A2E7-9E3A-4194-9188-7FC1853BE9DC}" type="presOf" srcId="{67E8F776-D85C-4483-8C0F-6DC200829580}" destId="{F474F5F6-27E9-451D-B95A-CD1392857B68}" srcOrd="0" destOrd="0" presId="urn:microsoft.com/office/officeart/2005/8/layout/hierarchy3"/>
    <dgm:cxn modelId="{C44B41E9-1C49-42F4-9E11-3612B9FAC1B7}" type="presOf" srcId="{7489E351-04D4-405E-A26F-8E64F8DF542E}" destId="{69BCD191-87F6-443E-A076-C96433DE4C18}" srcOrd="0" destOrd="0" presId="urn:microsoft.com/office/officeart/2005/8/layout/hierarchy3"/>
    <dgm:cxn modelId="{7ABA38EA-1F07-4875-8DDD-4E545C6FC6AD}" type="presOf" srcId="{F74EB18B-579F-4717-9975-24174E21660E}" destId="{3ECD9202-4D3B-41D0-9385-79C7A05620A5}" srcOrd="0" destOrd="0" presId="urn:microsoft.com/office/officeart/2005/8/layout/hierarchy3"/>
    <dgm:cxn modelId="{242DCBEF-2677-45C5-B341-1DF0112E135D}" type="presOf" srcId="{8C0A6765-C32B-4BF4-A868-509241BFE857}" destId="{D920B4C5-D3DD-4AE1-9B61-5270E6A4307A}" srcOrd="0" destOrd="0" presId="urn:microsoft.com/office/officeart/2005/8/layout/hierarchy3"/>
    <dgm:cxn modelId="{BAE378F5-AF10-4E2B-90DF-D035C626FC5D}" type="presOf" srcId="{6FF8FB07-2A2D-49E4-A766-43EC4A9CD442}" destId="{CF992315-2DB9-44D9-B270-305FB8DBCF65}" srcOrd="1" destOrd="0" presId="urn:microsoft.com/office/officeart/2005/8/layout/hierarchy3"/>
    <dgm:cxn modelId="{8DE0D2FA-F282-463B-8EC6-FA244CE45AD8}" type="presOf" srcId="{9076F144-DEDC-4A56-8576-CC31490E6958}" destId="{F5994A79-DA77-462C-B1AB-2B749668441C}" srcOrd="0" destOrd="0" presId="urn:microsoft.com/office/officeart/2005/8/layout/hierarchy3"/>
    <dgm:cxn modelId="{C6FEBA61-44AC-4FD0-BD2D-4C583F0FE899}" type="presParOf" srcId="{F5994A79-DA77-462C-B1AB-2B749668441C}" destId="{5BC612A7-9E01-4A3F-83A5-FCDC8EACFEAE}" srcOrd="0" destOrd="0" presId="urn:microsoft.com/office/officeart/2005/8/layout/hierarchy3"/>
    <dgm:cxn modelId="{DE1165DC-7168-42AB-8C72-8C3C7B1F71ED}" type="presParOf" srcId="{5BC612A7-9E01-4A3F-83A5-FCDC8EACFEAE}" destId="{58EAA184-AD08-4CAE-855E-021D567E6C2D}" srcOrd="0" destOrd="0" presId="urn:microsoft.com/office/officeart/2005/8/layout/hierarchy3"/>
    <dgm:cxn modelId="{390A052E-674C-489D-A5D1-FF67663725B4}" type="presParOf" srcId="{58EAA184-AD08-4CAE-855E-021D567E6C2D}" destId="{4791D3BC-0640-4F06-B301-F93E03B0CC20}" srcOrd="0" destOrd="0" presId="urn:microsoft.com/office/officeart/2005/8/layout/hierarchy3"/>
    <dgm:cxn modelId="{E1C4DA5A-068F-4316-A1DB-27ADF4855116}" type="presParOf" srcId="{58EAA184-AD08-4CAE-855E-021D567E6C2D}" destId="{BEF36EF5-736D-430B-B037-0C0581EBAEE0}" srcOrd="1" destOrd="0" presId="urn:microsoft.com/office/officeart/2005/8/layout/hierarchy3"/>
    <dgm:cxn modelId="{029FFD5D-1BF1-4579-91AC-6645A748E088}" type="presParOf" srcId="{5BC612A7-9E01-4A3F-83A5-FCDC8EACFEAE}" destId="{C14E9084-3F88-4F62-A104-C3BF586C6E77}" srcOrd="1" destOrd="0" presId="urn:microsoft.com/office/officeart/2005/8/layout/hierarchy3"/>
    <dgm:cxn modelId="{B7D3077A-1F4E-406E-B158-572FA99B9F9D}" type="presParOf" srcId="{C14E9084-3F88-4F62-A104-C3BF586C6E77}" destId="{41D56EA4-F01A-467E-8BCD-0CD7A51F4628}" srcOrd="0" destOrd="0" presId="urn:microsoft.com/office/officeart/2005/8/layout/hierarchy3"/>
    <dgm:cxn modelId="{FA488935-FB9B-4FD2-9303-814766797DE3}" type="presParOf" srcId="{C14E9084-3F88-4F62-A104-C3BF586C6E77}" destId="{4AA4A2B4-4FC0-4680-BDAE-46DFF2036D69}" srcOrd="1" destOrd="0" presId="urn:microsoft.com/office/officeart/2005/8/layout/hierarchy3"/>
    <dgm:cxn modelId="{1A73CB32-4228-4092-BD19-6FF4FB61A1EB}" type="presParOf" srcId="{C14E9084-3F88-4F62-A104-C3BF586C6E77}" destId="{F474F5F6-27E9-451D-B95A-CD1392857B68}" srcOrd="2" destOrd="0" presId="urn:microsoft.com/office/officeart/2005/8/layout/hierarchy3"/>
    <dgm:cxn modelId="{55349EE1-1E5B-417D-8024-11171D6953BB}" type="presParOf" srcId="{C14E9084-3F88-4F62-A104-C3BF586C6E77}" destId="{B5B66DAF-39E3-48E8-9415-79E36D51A852}" srcOrd="3" destOrd="0" presId="urn:microsoft.com/office/officeart/2005/8/layout/hierarchy3"/>
    <dgm:cxn modelId="{98C315BE-C1D0-45B1-BDF1-61870EEC2A48}" type="presParOf" srcId="{F5994A79-DA77-462C-B1AB-2B749668441C}" destId="{524327C0-FBF0-45BB-A471-1767294A7193}" srcOrd="1" destOrd="0" presId="urn:microsoft.com/office/officeart/2005/8/layout/hierarchy3"/>
    <dgm:cxn modelId="{DAA1D506-ECEB-4D5B-B2F5-F512CD950B1E}" type="presParOf" srcId="{524327C0-FBF0-45BB-A471-1767294A7193}" destId="{4D0B4A29-9BF0-4F83-B8D3-997A976B25DE}" srcOrd="0" destOrd="0" presId="urn:microsoft.com/office/officeart/2005/8/layout/hierarchy3"/>
    <dgm:cxn modelId="{0FD78B7D-C4CD-4234-8D72-B33E5F2A039F}" type="presParOf" srcId="{4D0B4A29-9BF0-4F83-B8D3-997A976B25DE}" destId="{880304A1-1BF3-43AE-ADE1-275070605AE7}" srcOrd="0" destOrd="0" presId="urn:microsoft.com/office/officeart/2005/8/layout/hierarchy3"/>
    <dgm:cxn modelId="{C33B3414-F626-4123-8FD3-93F24E70FE42}" type="presParOf" srcId="{4D0B4A29-9BF0-4F83-B8D3-997A976B25DE}" destId="{6190C577-C610-4CC9-94DC-5AB35CFEF342}" srcOrd="1" destOrd="0" presId="urn:microsoft.com/office/officeart/2005/8/layout/hierarchy3"/>
    <dgm:cxn modelId="{E3DFB084-CD64-4EA7-90C8-EF4B5F683421}" type="presParOf" srcId="{524327C0-FBF0-45BB-A471-1767294A7193}" destId="{08C84541-B4B6-44D7-96B7-23B4CCE797A1}" srcOrd="1" destOrd="0" presId="urn:microsoft.com/office/officeart/2005/8/layout/hierarchy3"/>
    <dgm:cxn modelId="{55FBD48B-AE3C-4674-B037-7BBB75A4579F}" type="presParOf" srcId="{08C84541-B4B6-44D7-96B7-23B4CCE797A1}" destId="{BEA104A9-55C4-4ACA-AA06-1586FEA1B4C4}" srcOrd="0" destOrd="0" presId="urn:microsoft.com/office/officeart/2005/8/layout/hierarchy3"/>
    <dgm:cxn modelId="{E49F23D9-A928-4E6C-B611-3F83D02BDACB}" type="presParOf" srcId="{08C84541-B4B6-44D7-96B7-23B4CCE797A1}" destId="{6962DDBC-290B-4A13-88C3-9D26777DE492}" srcOrd="1" destOrd="0" presId="urn:microsoft.com/office/officeart/2005/8/layout/hierarchy3"/>
    <dgm:cxn modelId="{C2EFF2C6-9C42-40DE-9B5E-B0C07BAD15F7}" type="presParOf" srcId="{08C84541-B4B6-44D7-96B7-23B4CCE797A1}" destId="{30F334B8-2EE1-46AA-9DA1-EADEDD5AA90C}" srcOrd="2" destOrd="0" presId="urn:microsoft.com/office/officeart/2005/8/layout/hierarchy3"/>
    <dgm:cxn modelId="{481F23D1-A524-41E7-83F5-5ECCF930D8F7}" type="presParOf" srcId="{08C84541-B4B6-44D7-96B7-23B4CCE797A1}" destId="{AF5AD43D-94A8-47CD-90D7-45DE7C4AB5B4}" srcOrd="3" destOrd="0" presId="urn:microsoft.com/office/officeart/2005/8/layout/hierarchy3"/>
    <dgm:cxn modelId="{58CD7501-C757-4D1E-B5EC-8567AA7F4BC4}" type="presParOf" srcId="{F5994A79-DA77-462C-B1AB-2B749668441C}" destId="{C7F758C2-A43C-4F41-A52F-FEC482B3F183}" srcOrd="2" destOrd="0" presId="urn:microsoft.com/office/officeart/2005/8/layout/hierarchy3"/>
    <dgm:cxn modelId="{10370468-FE79-4765-9FC5-AEEDEC7D6B24}" type="presParOf" srcId="{C7F758C2-A43C-4F41-A52F-FEC482B3F183}" destId="{794F8786-1F8B-40F6-9277-4F706DE876AD}" srcOrd="0" destOrd="0" presId="urn:microsoft.com/office/officeart/2005/8/layout/hierarchy3"/>
    <dgm:cxn modelId="{27410F83-FE50-42D9-8794-40E8DF86E2BF}" type="presParOf" srcId="{794F8786-1F8B-40F6-9277-4F706DE876AD}" destId="{8B4C8ECA-EB48-42A4-8DD6-77EE458C399B}" srcOrd="0" destOrd="0" presId="urn:microsoft.com/office/officeart/2005/8/layout/hierarchy3"/>
    <dgm:cxn modelId="{1C60E7AA-7F13-47A2-B6B0-BF13FA1CC5F9}" type="presParOf" srcId="{794F8786-1F8B-40F6-9277-4F706DE876AD}" destId="{0B1C6002-DA0B-4BDD-8CBA-7E37AA829455}" srcOrd="1" destOrd="0" presId="urn:microsoft.com/office/officeart/2005/8/layout/hierarchy3"/>
    <dgm:cxn modelId="{1A5ABC92-8333-40A6-B93F-E5152358A6DB}" type="presParOf" srcId="{C7F758C2-A43C-4F41-A52F-FEC482B3F183}" destId="{5075E156-60D6-4E2C-A850-C7D9461AAF77}" srcOrd="1" destOrd="0" presId="urn:microsoft.com/office/officeart/2005/8/layout/hierarchy3"/>
    <dgm:cxn modelId="{0651BD87-0846-4C4E-BA42-49790912DCB1}" type="presParOf" srcId="{5075E156-60D6-4E2C-A850-C7D9461AAF77}" destId="{85FFBF57-82CD-4564-A47B-92E502032A56}" srcOrd="0" destOrd="0" presId="urn:microsoft.com/office/officeart/2005/8/layout/hierarchy3"/>
    <dgm:cxn modelId="{2CC5A134-0265-465A-8D77-DA66DE685F32}" type="presParOf" srcId="{5075E156-60D6-4E2C-A850-C7D9461AAF77}" destId="{4F35F157-3B6D-4683-9E79-C17993CC3532}" srcOrd="1" destOrd="0" presId="urn:microsoft.com/office/officeart/2005/8/layout/hierarchy3"/>
    <dgm:cxn modelId="{625069F3-ADD9-4ABC-8A2A-5F418014C59A}" type="presParOf" srcId="{5075E156-60D6-4E2C-A850-C7D9461AAF77}" destId="{4C933C25-A774-43A9-97A6-07E0D94C194F}" srcOrd="2" destOrd="0" presId="urn:microsoft.com/office/officeart/2005/8/layout/hierarchy3"/>
    <dgm:cxn modelId="{7A3BC0F7-69D7-4B66-8FB6-1517C298480B}" type="presParOf" srcId="{5075E156-60D6-4E2C-A850-C7D9461AAF77}" destId="{06DBC2D8-5F18-4E65-8BF4-A06F254A7F88}" srcOrd="3" destOrd="0" presId="urn:microsoft.com/office/officeart/2005/8/layout/hierarchy3"/>
    <dgm:cxn modelId="{6E783D50-EE12-4595-ACC3-6CCED4DAB60B}" type="presParOf" srcId="{F5994A79-DA77-462C-B1AB-2B749668441C}" destId="{FD568BDE-B7DB-4030-AF46-1E0BE519F794}" srcOrd="3" destOrd="0" presId="urn:microsoft.com/office/officeart/2005/8/layout/hierarchy3"/>
    <dgm:cxn modelId="{03A2ABC3-47F3-477C-8B78-CCEE5B7B644E}" type="presParOf" srcId="{FD568BDE-B7DB-4030-AF46-1E0BE519F794}" destId="{172D26E7-9731-4F95-91FD-560F21982577}" srcOrd="0" destOrd="0" presId="urn:microsoft.com/office/officeart/2005/8/layout/hierarchy3"/>
    <dgm:cxn modelId="{C7D8B233-0301-4DAB-A21E-53D72610CB0A}" type="presParOf" srcId="{172D26E7-9731-4F95-91FD-560F21982577}" destId="{BF28659A-23F5-40C4-9B84-3DCC922BE073}" srcOrd="0" destOrd="0" presId="urn:microsoft.com/office/officeart/2005/8/layout/hierarchy3"/>
    <dgm:cxn modelId="{F91957C8-7365-4DE0-916D-671D77B770CB}" type="presParOf" srcId="{172D26E7-9731-4F95-91FD-560F21982577}" destId="{CF992315-2DB9-44D9-B270-305FB8DBCF65}" srcOrd="1" destOrd="0" presId="urn:microsoft.com/office/officeart/2005/8/layout/hierarchy3"/>
    <dgm:cxn modelId="{E5C7241F-7460-4B55-AC4F-4F0817B75EA0}" type="presParOf" srcId="{FD568BDE-B7DB-4030-AF46-1E0BE519F794}" destId="{AB497264-8EBB-4960-86B5-48FB797FCEB7}" srcOrd="1" destOrd="0" presId="urn:microsoft.com/office/officeart/2005/8/layout/hierarchy3"/>
    <dgm:cxn modelId="{EC9DD19B-57D1-41F7-960B-4460D19FCCD4}" type="presParOf" srcId="{AB497264-8EBB-4960-86B5-48FB797FCEB7}" destId="{358F54E4-1EEF-4DC3-9429-19655B6EDF99}" srcOrd="0" destOrd="0" presId="urn:microsoft.com/office/officeart/2005/8/layout/hierarchy3"/>
    <dgm:cxn modelId="{2D92FDD3-61AD-431F-BBB2-BCDD1415BA7E}" type="presParOf" srcId="{AB497264-8EBB-4960-86B5-48FB797FCEB7}" destId="{0BD872EF-A2C2-4233-9383-31559241A4F1}" srcOrd="1" destOrd="0" presId="urn:microsoft.com/office/officeart/2005/8/layout/hierarchy3"/>
    <dgm:cxn modelId="{E53CC2A5-A702-48C0-9263-9EEC469E09A4}" type="presParOf" srcId="{AB497264-8EBB-4960-86B5-48FB797FCEB7}" destId="{69BCD191-87F6-443E-A076-C96433DE4C18}" srcOrd="2" destOrd="0" presId="urn:microsoft.com/office/officeart/2005/8/layout/hierarchy3"/>
    <dgm:cxn modelId="{982349A1-F57A-4D58-BD06-6A63E8637794}" type="presParOf" srcId="{AB497264-8EBB-4960-86B5-48FB797FCEB7}" destId="{3B655C30-C45C-4C6E-947E-5E7C8A00C234}" srcOrd="3" destOrd="0" presId="urn:microsoft.com/office/officeart/2005/8/layout/hierarchy3"/>
    <dgm:cxn modelId="{B8326F55-F4E9-4E80-BFAD-870D38C2A61E}" type="presParOf" srcId="{AB497264-8EBB-4960-86B5-48FB797FCEB7}" destId="{DAADA0D9-57B1-48EF-94ED-9F004D952258}" srcOrd="4" destOrd="0" presId="urn:microsoft.com/office/officeart/2005/8/layout/hierarchy3"/>
    <dgm:cxn modelId="{8F646201-301D-4E0D-BBBB-CC4E0AB08841}" type="presParOf" srcId="{AB497264-8EBB-4960-86B5-48FB797FCEB7}" destId="{D920B4C5-D3DD-4AE1-9B61-5270E6A4307A}" srcOrd="5" destOrd="0" presId="urn:microsoft.com/office/officeart/2005/8/layout/hierarchy3"/>
    <dgm:cxn modelId="{6C256D7E-37B2-44B9-84D4-6659254FDDEE}" type="presParOf" srcId="{F5994A79-DA77-462C-B1AB-2B749668441C}" destId="{15332602-1720-4F81-9476-AE2E305D5DBF}" srcOrd="4" destOrd="0" presId="urn:microsoft.com/office/officeart/2005/8/layout/hierarchy3"/>
    <dgm:cxn modelId="{85711710-52FD-4B6A-A446-45C6840DEFE8}" type="presParOf" srcId="{15332602-1720-4F81-9476-AE2E305D5DBF}" destId="{BCB72E57-C695-4C54-BAA3-9E7133621E4E}" srcOrd="0" destOrd="0" presId="urn:microsoft.com/office/officeart/2005/8/layout/hierarchy3"/>
    <dgm:cxn modelId="{A5FCCEE2-91F7-4CC2-BEF3-D38CCC3A0696}" type="presParOf" srcId="{BCB72E57-C695-4C54-BAA3-9E7133621E4E}" destId="{A987B68E-4171-4D81-8C1A-21A4535F17C3}" srcOrd="0" destOrd="0" presId="urn:microsoft.com/office/officeart/2005/8/layout/hierarchy3"/>
    <dgm:cxn modelId="{4942240B-CE57-4E7B-A1E8-21CE7256A32A}" type="presParOf" srcId="{BCB72E57-C695-4C54-BAA3-9E7133621E4E}" destId="{D9F2785B-161A-459A-8640-8E87476224E8}" srcOrd="1" destOrd="0" presId="urn:microsoft.com/office/officeart/2005/8/layout/hierarchy3"/>
    <dgm:cxn modelId="{41E904D3-4F0A-47EA-A739-0F020DF75D3F}" type="presParOf" srcId="{15332602-1720-4F81-9476-AE2E305D5DBF}" destId="{1ADDA237-405C-42DB-8F50-CDDA4BD94C6D}" srcOrd="1" destOrd="0" presId="urn:microsoft.com/office/officeart/2005/8/layout/hierarchy3"/>
    <dgm:cxn modelId="{412FEEB2-CF0B-4ABE-B455-5AAB47D182CA}" type="presParOf" srcId="{1ADDA237-405C-42DB-8F50-CDDA4BD94C6D}" destId="{4D250755-E679-45AC-86BB-4A0C2A048CD9}" srcOrd="0" destOrd="0" presId="urn:microsoft.com/office/officeart/2005/8/layout/hierarchy3"/>
    <dgm:cxn modelId="{E7719DFA-8EFD-44BB-9E60-68D3604633ED}" type="presParOf" srcId="{1ADDA237-405C-42DB-8F50-CDDA4BD94C6D}" destId="{EAF7B830-85DB-4EA5-A6F2-E33380F09E67}" srcOrd="1" destOrd="0" presId="urn:microsoft.com/office/officeart/2005/8/layout/hierarchy3"/>
    <dgm:cxn modelId="{004F3DB0-9992-4599-BDC6-AB5459E5F3DA}" type="presParOf" srcId="{1ADDA237-405C-42DB-8F50-CDDA4BD94C6D}" destId="{3FE98A70-0162-465C-8C6E-F104EBCF7D4B}" srcOrd="2" destOrd="0" presId="urn:microsoft.com/office/officeart/2005/8/layout/hierarchy3"/>
    <dgm:cxn modelId="{4FC57A6B-EED7-409F-9D11-9B005D5F6878}" type="presParOf" srcId="{1ADDA237-405C-42DB-8F50-CDDA4BD94C6D}" destId="{3ECD9202-4D3B-41D0-9385-79C7A05620A5}" srcOrd="3" destOrd="0" presId="urn:microsoft.com/office/officeart/2005/8/layout/hierarchy3"/>
    <dgm:cxn modelId="{74D8700B-1F10-4430-90CA-14BFFFC5A549}" type="presParOf" srcId="{1ADDA237-405C-42DB-8F50-CDDA4BD94C6D}" destId="{D66EBDA8-6801-45BD-A92E-1B160C9CB0EA}" srcOrd="4" destOrd="0" presId="urn:microsoft.com/office/officeart/2005/8/layout/hierarchy3"/>
    <dgm:cxn modelId="{837DDCE7-7021-4BF8-9C3D-C145ADD7F4EF}" type="presParOf" srcId="{1ADDA237-405C-42DB-8F50-CDDA4BD94C6D}" destId="{375EE02F-6776-4764-9078-0FE475744ED9}" srcOrd="5" destOrd="0" presId="urn:microsoft.com/office/officeart/2005/8/layout/hierarchy3"/>
    <dgm:cxn modelId="{743F1D34-D3DB-4D8F-83FA-EEC19097F665}" type="presParOf" srcId="{F5994A79-DA77-462C-B1AB-2B749668441C}" destId="{5155B14D-50D7-44A4-ADB8-840DDA4A65F2}" srcOrd="5" destOrd="0" presId="urn:microsoft.com/office/officeart/2005/8/layout/hierarchy3"/>
    <dgm:cxn modelId="{E3C65C09-459F-4B18-AC76-082A3BBB1BC6}" type="presParOf" srcId="{5155B14D-50D7-44A4-ADB8-840DDA4A65F2}" destId="{D3D92F0A-1AE2-4570-B8A0-27B80F92F62E}" srcOrd="0" destOrd="0" presId="urn:microsoft.com/office/officeart/2005/8/layout/hierarchy3"/>
    <dgm:cxn modelId="{7D8249D2-A692-4396-9B53-4D9F492068F0}" type="presParOf" srcId="{D3D92F0A-1AE2-4570-B8A0-27B80F92F62E}" destId="{00FA0E76-CF9D-40A2-935C-23BA5A5EA274}" srcOrd="0" destOrd="0" presId="urn:microsoft.com/office/officeart/2005/8/layout/hierarchy3"/>
    <dgm:cxn modelId="{9B178407-A8C2-4DA6-886A-735AB8008175}" type="presParOf" srcId="{D3D92F0A-1AE2-4570-B8A0-27B80F92F62E}" destId="{8246C25C-82A7-4F20-9088-096A406D54EB}" srcOrd="1" destOrd="0" presId="urn:microsoft.com/office/officeart/2005/8/layout/hierarchy3"/>
    <dgm:cxn modelId="{6C18C9EF-04C7-4670-B5F3-E7269D27CACE}" type="presParOf" srcId="{5155B14D-50D7-44A4-ADB8-840DDA4A65F2}" destId="{B37E2587-76FE-4097-9B25-6C3D655F33EC}" srcOrd="1" destOrd="0" presId="urn:microsoft.com/office/officeart/2005/8/layout/hierarchy3"/>
    <dgm:cxn modelId="{B89BA798-4D4C-4A06-80FC-B94D095ABDC0}" type="presParOf" srcId="{B37E2587-76FE-4097-9B25-6C3D655F33EC}" destId="{1BE89638-B157-49BA-BAA5-D0E0F1F1105E}" srcOrd="0" destOrd="0" presId="urn:microsoft.com/office/officeart/2005/8/layout/hierarchy3"/>
    <dgm:cxn modelId="{57D62D8C-7D41-4775-957B-A4B07B179B7D}" type="presParOf" srcId="{B37E2587-76FE-4097-9B25-6C3D655F33EC}" destId="{137572F4-E7CD-49A4-A7D6-5FAA801F098E}" srcOrd="1" destOrd="0" presId="urn:microsoft.com/office/officeart/2005/8/layout/hierarchy3"/>
    <dgm:cxn modelId="{30C6204F-CC57-47C0-8FDA-5DF546AD76BF}" type="presParOf" srcId="{B37E2587-76FE-4097-9B25-6C3D655F33EC}" destId="{4FD20AE5-3B4A-4A9C-8A3B-00E5EB1B3BCF}" srcOrd="2" destOrd="0" presId="urn:microsoft.com/office/officeart/2005/8/layout/hierarchy3"/>
    <dgm:cxn modelId="{E0B6E8E1-8886-43A3-9C23-D530D890BE4F}" type="presParOf" srcId="{B37E2587-76FE-4097-9B25-6C3D655F33EC}" destId="{A6BA6A46-636B-4953-8CB3-5647D6314343}" srcOrd="3" destOrd="0" presId="urn:microsoft.com/office/officeart/2005/8/layout/hierarchy3"/>
    <dgm:cxn modelId="{4CD5157D-FED3-4109-ABAB-E57EAF976C5C}" type="presParOf" srcId="{B37E2587-76FE-4097-9B25-6C3D655F33EC}" destId="{F8295D18-CD90-468B-8F74-22CD0FEA7866}" srcOrd="4" destOrd="0" presId="urn:microsoft.com/office/officeart/2005/8/layout/hierarchy3"/>
    <dgm:cxn modelId="{146088EB-42C5-4019-AFF6-11193C42B948}" type="presParOf" srcId="{B37E2587-76FE-4097-9B25-6C3D655F33EC}" destId="{B7279B7C-8E24-4EF7-B136-F697057918C5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7C4BF2A-8804-445F-9918-40CE1ACD13FB}" type="doc">
      <dgm:prSet loTypeId="urn:microsoft.com/office/officeart/2005/8/layout/venn1" loCatId="relationship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5866D38-12ED-4FB2-94E0-DBA7B910FF0B}">
      <dgm:prSet phldrT="[Texto]"/>
      <dgm:spPr/>
      <dgm:t>
        <a:bodyPr/>
        <a:lstStyle/>
        <a:p>
          <a:r>
            <a:rPr lang="es-ES" dirty="0"/>
            <a:t>Independiente de bancos</a:t>
          </a:r>
        </a:p>
      </dgm:t>
    </dgm:pt>
    <dgm:pt modelId="{9278F70E-B2A5-4D7E-B1BE-51801A665C76}" type="parTrans" cxnId="{21621627-9597-4835-9462-762BA1D6F65A}">
      <dgm:prSet/>
      <dgm:spPr/>
      <dgm:t>
        <a:bodyPr/>
        <a:lstStyle/>
        <a:p>
          <a:endParaRPr lang="es-ES"/>
        </a:p>
      </dgm:t>
    </dgm:pt>
    <dgm:pt modelId="{3700F2A0-1E17-4481-BFBC-8BA10089AFA5}" type="sibTrans" cxnId="{21621627-9597-4835-9462-762BA1D6F65A}">
      <dgm:prSet/>
      <dgm:spPr/>
      <dgm:t>
        <a:bodyPr/>
        <a:lstStyle/>
        <a:p>
          <a:endParaRPr lang="es-ES"/>
        </a:p>
      </dgm:t>
    </dgm:pt>
    <dgm:pt modelId="{9C610E3F-5DB9-4DA2-957A-9E7EEAC41B24}">
      <dgm:prSet phldrT="[Texto]"/>
      <dgm:spPr/>
      <dgm:t>
        <a:bodyPr/>
        <a:lstStyle/>
        <a:p>
          <a:r>
            <a:rPr lang="es-ES" dirty="0"/>
            <a:t>Enfoque educativo real y accesible</a:t>
          </a:r>
        </a:p>
      </dgm:t>
    </dgm:pt>
    <dgm:pt modelId="{A527A403-0743-4056-937E-0C4D6AF9B4F2}" type="parTrans" cxnId="{31E96BB8-748B-4F24-8FFC-F87C0F66E4D5}">
      <dgm:prSet/>
      <dgm:spPr/>
      <dgm:t>
        <a:bodyPr/>
        <a:lstStyle/>
        <a:p>
          <a:endParaRPr lang="es-ES"/>
        </a:p>
      </dgm:t>
    </dgm:pt>
    <dgm:pt modelId="{FF23BE21-070F-4740-918E-8DF515293C9A}" type="sibTrans" cxnId="{31E96BB8-748B-4F24-8FFC-F87C0F66E4D5}">
      <dgm:prSet/>
      <dgm:spPr/>
      <dgm:t>
        <a:bodyPr/>
        <a:lstStyle/>
        <a:p>
          <a:endParaRPr lang="es-ES"/>
        </a:p>
      </dgm:t>
    </dgm:pt>
    <dgm:pt modelId="{6A4DB2F4-F2B2-42AF-ABCD-8D64228893FB}">
      <dgm:prSet phldrT="[Texto]"/>
      <dgm:spPr/>
      <dgm:t>
        <a:bodyPr/>
        <a:lstStyle/>
        <a:p>
          <a:r>
            <a:rPr lang="es-ES" dirty="0"/>
            <a:t>0 interés lucrativo</a:t>
          </a:r>
        </a:p>
      </dgm:t>
    </dgm:pt>
    <dgm:pt modelId="{FE49DD4B-9678-4D48-B28E-F6E2CF2FD5EA}" type="parTrans" cxnId="{6671F086-2EED-4CBA-ADB4-0C595033F457}">
      <dgm:prSet/>
      <dgm:spPr/>
      <dgm:t>
        <a:bodyPr/>
        <a:lstStyle/>
        <a:p>
          <a:endParaRPr lang="es-ES"/>
        </a:p>
      </dgm:t>
    </dgm:pt>
    <dgm:pt modelId="{55704E70-C059-40AB-8F5C-27061B7EC207}" type="sibTrans" cxnId="{6671F086-2EED-4CBA-ADB4-0C595033F457}">
      <dgm:prSet/>
      <dgm:spPr/>
      <dgm:t>
        <a:bodyPr/>
        <a:lstStyle/>
        <a:p>
          <a:endParaRPr lang="es-ES"/>
        </a:p>
      </dgm:t>
    </dgm:pt>
    <dgm:pt modelId="{272EEFA4-2EF8-4A68-A7F9-CC6B0778826D}" type="pres">
      <dgm:prSet presAssocID="{B7C4BF2A-8804-445F-9918-40CE1ACD13FB}" presName="compositeShape" presStyleCnt="0">
        <dgm:presLayoutVars>
          <dgm:chMax val="7"/>
          <dgm:dir/>
          <dgm:resizeHandles val="exact"/>
        </dgm:presLayoutVars>
      </dgm:prSet>
      <dgm:spPr/>
    </dgm:pt>
    <dgm:pt modelId="{0E7EBDC7-5AC6-4CC9-A879-D63563ED29C7}" type="pres">
      <dgm:prSet presAssocID="{E5866D38-12ED-4FB2-94E0-DBA7B910FF0B}" presName="circ1" presStyleLbl="vennNode1" presStyleIdx="0" presStyleCnt="3" custLinFactNeighborX="62749" custLinFactNeighborY="-2097"/>
      <dgm:spPr/>
    </dgm:pt>
    <dgm:pt modelId="{7C0A80FB-382C-4401-A452-0B7C623C5BC7}" type="pres">
      <dgm:prSet presAssocID="{E5866D38-12ED-4FB2-94E0-DBA7B910FF0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97D9720-71CD-4BD9-8B48-40C0963EB4E4}" type="pres">
      <dgm:prSet presAssocID="{9C610E3F-5DB9-4DA2-957A-9E7EEAC41B24}" presName="circ2" presStyleLbl="vennNode1" presStyleIdx="1" presStyleCnt="3" custLinFactNeighborX="70942" custLinFactNeighborY="1566"/>
      <dgm:spPr/>
    </dgm:pt>
    <dgm:pt modelId="{FC21E1D7-FB31-41CB-95EF-BFEF62950DFC}" type="pres">
      <dgm:prSet presAssocID="{9C610E3F-5DB9-4DA2-957A-9E7EEAC41B2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827CDA9-1108-4912-9764-C638C85D1431}" type="pres">
      <dgm:prSet presAssocID="{6A4DB2F4-F2B2-42AF-ABCD-8D64228893FB}" presName="circ3" presStyleLbl="vennNode1" presStyleIdx="2" presStyleCnt="3" custLinFactNeighborX="57213" custLinFactNeighborY="1566"/>
      <dgm:spPr/>
    </dgm:pt>
    <dgm:pt modelId="{1D354B51-7096-4575-9F6B-5D34CA83F799}" type="pres">
      <dgm:prSet presAssocID="{6A4DB2F4-F2B2-42AF-ABCD-8D64228893FB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FDD65900-337E-448C-8ECB-50EE453DC865}" type="presOf" srcId="{B7C4BF2A-8804-445F-9918-40CE1ACD13FB}" destId="{272EEFA4-2EF8-4A68-A7F9-CC6B0778826D}" srcOrd="0" destOrd="0" presId="urn:microsoft.com/office/officeart/2005/8/layout/venn1"/>
    <dgm:cxn modelId="{2D7CFA0B-8DC1-4513-ADBD-8BBD24ACC806}" type="presOf" srcId="{E5866D38-12ED-4FB2-94E0-DBA7B910FF0B}" destId="{7C0A80FB-382C-4401-A452-0B7C623C5BC7}" srcOrd="1" destOrd="0" presId="urn:microsoft.com/office/officeart/2005/8/layout/venn1"/>
    <dgm:cxn modelId="{21621627-9597-4835-9462-762BA1D6F65A}" srcId="{B7C4BF2A-8804-445F-9918-40CE1ACD13FB}" destId="{E5866D38-12ED-4FB2-94E0-DBA7B910FF0B}" srcOrd="0" destOrd="0" parTransId="{9278F70E-B2A5-4D7E-B1BE-51801A665C76}" sibTransId="{3700F2A0-1E17-4481-BFBC-8BA10089AFA5}"/>
    <dgm:cxn modelId="{EC1C5132-C934-4A92-8EBB-C99B3EABF474}" type="presOf" srcId="{6A4DB2F4-F2B2-42AF-ABCD-8D64228893FB}" destId="{A827CDA9-1108-4912-9764-C638C85D1431}" srcOrd="0" destOrd="0" presId="urn:microsoft.com/office/officeart/2005/8/layout/venn1"/>
    <dgm:cxn modelId="{6671F086-2EED-4CBA-ADB4-0C595033F457}" srcId="{B7C4BF2A-8804-445F-9918-40CE1ACD13FB}" destId="{6A4DB2F4-F2B2-42AF-ABCD-8D64228893FB}" srcOrd="2" destOrd="0" parTransId="{FE49DD4B-9678-4D48-B28E-F6E2CF2FD5EA}" sibTransId="{55704E70-C059-40AB-8F5C-27061B7EC207}"/>
    <dgm:cxn modelId="{F72DFCB2-302A-4B8F-8D3C-C292D939F5CE}" type="presOf" srcId="{E5866D38-12ED-4FB2-94E0-DBA7B910FF0B}" destId="{0E7EBDC7-5AC6-4CC9-A879-D63563ED29C7}" srcOrd="0" destOrd="0" presId="urn:microsoft.com/office/officeart/2005/8/layout/venn1"/>
    <dgm:cxn modelId="{31E96BB8-748B-4F24-8FFC-F87C0F66E4D5}" srcId="{B7C4BF2A-8804-445F-9918-40CE1ACD13FB}" destId="{9C610E3F-5DB9-4DA2-957A-9E7EEAC41B24}" srcOrd="1" destOrd="0" parTransId="{A527A403-0743-4056-937E-0C4D6AF9B4F2}" sibTransId="{FF23BE21-070F-4740-918E-8DF515293C9A}"/>
    <dgm:cxn modelId="{C058A2BB-E6AD-45B8-8846-A7B80E457BA6}" type="presOf" srcId="{9C610E3F-5DB9-4DA2-957A-9E7EEAC41B24}" destId="{FC21E1D7-FB31-41CB-95EF-BFEF62950DFC}" srcOrd="1" destOrd="0" presId="urn:microsoft.com/office/officeart/2005/8/layout/venn1"/>
    <dgm:cxn modelId="{7EED2AD1-8819-49EE-BAAD-905F06706F02}" type="presOf" srcId="{9C610E3F-5DB9-4DA2-957A-9E7EEAC41B24}" destId="{B97D9720-71CD-4BD9-8B48-40C0963EB4E4}" srcOrd="0" destOrd="0" presId="urn:microsoft.com/office/officeart/2005/8/layout/venn1"/>
    <dgm:cxn modelId="{9E6363FC-7A61-40B5-8535-A2259D5CA263}" type="presOf" srcId="{6A4DB2F4-F2B2-42AF-ABCD-8D64228893FB}" destId="{1D354B51-7096-4575-9F6B-5D34CA83F799}" srcOrd="1" destOrd="0" presId="urn:microsoft.com/office/officeart/2005/8/layout/venn1"/>
    <dgm:cxn modelId="{8FCC4A60-51F4-4DFC-84E0-3C21706F559C}" type="presParOf" srcId="{272EEFA4-2EF8-4A68-A7F9-CC6B0778826D}" destId="{0E7EBDC7-5AC6-4CC9-A879-D63563ED29C7}" srcOrd="0" destOrd="0" presId="urn:microsoft.com/office/officeart/2005/8/layout/venn1"/>
    <dgm:cxn modelId="{4204680D-E436-48B7-8A21-017D6E3AABFD}" type="presParOf" srcId="{272EEFA4-2EF8-4A68-A7F9-CC6B0778826D}" destId="{7C0A80FB-382C-4401-A452-0B7C623C5BC7}" srcOrd="1" destOrd="0" presId="urn:microsoft.com/office/officeart/2005/8/layout/venn1"/>
    <dgm:cxn modelId="{E8CC26C9-5590-4990-B510-4CF1A4A1DCCB}" type="presParOf" srcId="{272EEFA4-2EF8-4A68-A7F9-CC6B0778826D}" destId="{B97D9720-71CD-4BD9-8B48-40C0963EB4E4}" srcOrd="2" destOrd="0" presId="urn:microsoft.com/office/officeart/2005/8/layout/venn1"/>
    <dgm:cxn modelId="{DA16F8D4-2018-44CA-B1AB-5EFF44A63249}" type="presParOf" srcId="{272EEFA4-2EF8-4A68-A7F9-CC6B0778826D}" destId="{FC21E1D7-FB31-41CB-95EF-BFEF62950DFC}" srcOrd="3" destOrd="0" presId="urn:microsoft.com/office/officeart/2005/8/layout/venn1"/>
    <dgm:cxn modelId="{ACBEA332-1E7B-4EA5-ACC8-D323DBB79CBD}" type="presParOf" srcId="{272EEFA4-2EF8-4A68-A7F9-CC6B0778826D}" destId="{A827CDA9-1108-4912-9764-C638C85D1431}" srcOrd="4" destOrd="0" presId="urn:microsoft.com/office/officeart/2005/8/layout/venn1"/>
    <dgm:cxn modelId="{9D6EC40C-D987-4D54-846F-EEACF0F9C7BB}" type="presParOf" srcId="{272EEFA4-2EF8-4A68-A7F9-CC6B0778826D}" destId="{1D354B51-7096-4575-9F6B-5D34CA83F799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5BBA7B9-BE9B-4D66-9E47-81A9DC2EE3DC}" type="doc">
      <dgm:prSet loTypeId="urn:microsoft.com/office/officeart/2005/8/layout/gear1" loCatId="cycle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387F9D0E-C800-4D0D-9AA7-32F30E96AD66}">
      <dgm:prSet phldrT="[Texto]"/>
      <dgm:spPr/>
      <dgm:t>
        <a:bodyPr/>
        <a:lstStyle/>
        <a:p>
          <a:r>
            <a:rPr lang="es-ES" dirty="0"/>
            <a:t>Arquitectura MVVM</a:t>
          </a:r>
        </a:p>
      </dgm:t>
    </dgm:pt>
    <dgm:pt modelId="{58AF81A1-7A47-4474-B649-988D3226E2BA}" type="parTrans" cxnId="{CA08FDC3-045C-4B6C-A3DF-786A6CCA5040}">
      <dgm:prSet/>
      <dgm:spPr/>
      <dgm:t>
        <a:bodyPr/>
        <a:lstStyle/>
        <a:p>
          <a:endParaRPr lang="es-ES"/>
        </a:p>
      </dgm:t>
    </dgm:pt>
    <dgm:pt modelId="{6202FB56-F964-4D5E-8FBA-4951CCDDCA1F}" type="sibTrans" cxnId="{CA08FDC3-045C-4B6C-A3DF-786A6CCA5040}">
      <dgm:prSet/>
      <dgm:spPr/>
      <dgm:t>
        <a:bodyPr/>
        <a:lstStyle/>
        <a:p>
          <a:endParaRPr lang="es-ES"/>
        </a:p>
      </dgm:t>
    </dgm:pt>
    <dgm:pt modelId="{7108D2F6-ED46-41BC-9D8F-845B578FD914}">
      <dgm:prSet phldrT="[Texto]"/>
      <dgm:spPr/>
      <dgm:t>
        <a:bodyPr/>
        <a:lstStyle/>
        <a:p>
          <a:r>
            <a:rPr lang="es-ES" dirty="0"/>
            <a:t>Room (SQLite)</a:t>
          </a:r>
        </a:p>
      </dgm:t>
    </dgm:pt>
    <dgm:pt modelId="{60849784-EAC2-435B-819D-D23D3EBEBAB9}" type="parTrans" cxnId="{8946A3D9-5987-4CAC-BCBC-87F4A2241823}">
      <dgm:prSet/>
      <dgm:spPr/>
      <dgm:t>
        <a:bodyPr/>
        <a:lstStyle/>
        <a:p>
          <a:endParaRPr lang="es-ES"/>
        </a:p>
      </dgm:t>
    </dgm:pt>
    <dgm:pt modelId="{002C9FCF-2C5C-428E-828F-6E2FDF2FC440}" type="sibTrans" cxnId="{8946A3D9-5987-4CAC-BCBC-87F4A2241823}">
      <dgm:prSet/>
      <dgm:spPr/>
      <dgm:t>
        <a:bodyPr/>
        <a:lstStyle/>
        <a:p>
          <a:endParaRPr lang="es-ES"/>
        </a:p>
      </dgm:t>
    </dgm:pt>
    <dgm:pt modelId="{E6D52239-A7E8-4D70-81CE-F037AD47DFFB}">
      <dgm:prSet phldrT="[Texto]"/>
      <dgm:spPr/>
      <dgm:t>
        <a:bodyPr/>
        <a:lstStyle/>
        <a:p>
          <a:r>
            <a:rPr lang="es-ES" dirty="0"/>
            <a:t>Android Studio + Java</a:t>
          </a:r>
        </a:p>
      </dgm:t>
    </dgm:pt>
    <dgm:pt modelId="{31F83FD2-DDCC-4ED0-A9FB-24B32ED3AD60}" type="parTrans" cxnId="{CC792D92-CA4F-4A0D-9331-803D73F8BAFB}">
      <dgm:prSet/>
      <dgm:spPr/>
      <dgm:t>
        <a:bodyPr/>
        <a:lstStyle/>
        <a:p>
          <a:endParaRPr lang="es-ES"/>
        </a:p>
      </dgm:t>
    </dgm:pt>
    <dgm:pt modelId="{AA1EAB33-6F74-4910-94D4-75DA7E40918B}" type="sibTrans" cxnId="{CC792D92-CA4F-4A0D-9331-803D73F8BAFB}">
      <dgm:prSet/>
      <dgm:spPr/>
      <dgm:t>
        <a:bodyPr/>
        <a:lstStyle/>
        <a:p>
          <a:endParaRPr lang="es-ES"/>
        </a:p>
      </dgm:t>
    </dgm:pt>
    <dgm:pt modelId="{D452639A-E918-4A7A-8AA6-8F2862E40AB3}" type="pres">
      <dgm:prSet presAssocID="{E5BBA7B9-BE9B-4D66-9E47-81A9DC2EE3DC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32FA2996-9BD9-4761-A711-25357A5AF5DF}" type="pres">
      <dgm:prSet presAssocID="{387F9D0E-C800-4D0D-9AA7-32F30E96AD66}" presName="gear1" presStyleLbl="node1" presStyleIdx="0" presStyleCnt="3">
        <dgm:presLayoutVars>
          <dgm:chMax val="1"/>
          <dgm:bulletEnabled val="1"/>
        </dgm:presLayoutVars>
      </dgm:prSet>
      <dgm:spPr/>
    </dgm:pt>
    <dgm:pt modelId="{CD7DC2A5-E578-4661-9554-5F4EF6BA5288}" type="pres">
      <dgm:prSet presAssocID="{387F9D0E-C800-4D0D-9AA7-32F30E96AD66}" presName="gear1srcNode" presStyleLbl="node1" presStyleIdx="0" presStyleCnt="3"/>
      <dgm:spPr/>
    </dgm:pt>
    <dgm:pt modelId="{6A9DEE12-3DF3-4027-9822-262F949EEC82}" type="pres">
      <dgm:prSet presAssocID="{387F9D0E-C800-4D0D-9AA7-32F30E96AD66}" presName="gear1dstNode" presStyleLbl="node1" presStyleIdx="0" presStyleCnt="3"/>
      <dgm:spPr/>
    </dgm:pt>
    <dgm:pt modelId="{02F6C239-BBDC-4DBC-93BC-2CD9C3532E04}" type="pres">
      <dgm:prSet presAssocID="{7108D2F6-ED46-41BC-9D8F-845B578FD914}" presName="gear2" presStyleLbl="node1" presStyleIdx="1" presStyleCnt="3">
        <dgm:presLayoutVars>
          <dgm:chMax val="1"/>
          <dgm:bulletEnabled val="1"/>
        </dgm:presLayoutVars>
      </dgm:prSet>
      <dgm:spPr/>
    </dgm:pt>
    <dgm:pt modelId="{110D7393-379B-4728-95FF-104E17D38143}" type="pres">
      <dgm:prSet presAssocID="{7108D2F6-ED46-41BC-9D8F-845B578FD914}" presName="gear2srcNode" presStyleLbl="node1" presStyleIdx="1" presStyleCnt="3"/>
      <dgm:spPr/>
    </dgm:pt>
    <dgm:pt modelId="{7A86F7C4-327C-4553-941D-44368F977A09}" type="pres">
      <dgm:prSet presAssocID="{7108D2F6-ED46-41BC-9D8F-845B578FD914}" presName="gear2dstNode" presStyleLbl="node1" presStyleIdx="1" presStyleCnt="3"/>
      <dgm:spPr/>
    </dgm:pt>
    <dgm:pt modelId="{E73AE333-8F8D-4183-8A2C-A936DCA50FAE}" type="pres">
      <dgm:prSet presAssocID="{E6D52239-A7E8-4D70-81CE-F037AD47DFFB}" presName="gear3" presStyleLbl="node1" presStyleIdx="2" presStyleCnt="3"/>
      <dgm:spPr/>
    </dgm:pt>
    <dgm:pt modelId="{122077F6-88FE-4021-A024-8D9B11BABF87}" type="pres">
      <dgm:prSet presAssocID="{E6D52239-A7E8-4D70-81CE-F037AD47DFFB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20C027E2-D804-4CF0-9204-7C5F067730A4}" type="pres">
      <dgm:prSet presAssocID="{E6D52239-A7E8-4D70-81CE-F037AD47DFFB}" presName="gear3srcNode" presStyleLbl="node1" presStyleIdx="2" presStyleCnt="3"/>
      <dgm:spPr/>
    </dgm:pt>
    <dgm:pt modelId="{1F2E46E3-E974-4F3E-A44D-C83011D43D74}" type="pres">
      <dgm:prSet presAssocID="{E6D52239-A7E8-4D70-81CE-F037AD47DFFB}" presName="gear3dstNode" presStyleLbl="node1" presStyleIdx="2" presStyleCnt="3"/>
      <dgm:spPr/>
    </dgm:pt>
    <dgm:pt modelId="{493AB5DE-3CBE-42C4-848A-CECD8CE10D8C}" type="pres">
      <dgm:prSet presAssocID="{6202FB56-F964-4D5E-8FBA-4951CCDDCA1F}" presName="connector1" presStyleLbl="sibTrans2D1" presStyleIdx="0" presStyleCnt="3"/>
      <dgm:spPr/>
    </dgm:pt>
    <dgm:pt modelId="{301E551A-BF38-4357-8DAD-988864015903}" type="pres">
      <dgm:prSet presAssocID="{002C9FCF-2C5C-428E-828F-6E2FDF2FC440}" presName="connector2" presStyleLbl="sibTrans2D1" presStyleIdx="1" presStyleCnt="3"/>
      <dgm:spPr/>
    </dgm:pt>
    <dgm:pt modelId="{66AFE560-87FD-4EBA-83D3-8D744363EEEA}" type="pres">
      <dgm:prSet presAssocID="{AA1EAB33-6F74-4910-94D4-75DA7E40918B}" presName="connector3" presStyleLbl="sibTrans2D1" presStyleIdx="2" presStyleCnt="3"/>
      <dgm:spPr/>
    </dgm:pt>
  </dgm:ptLst>
  <dgm:cxnLst>
    <dgm:cxn modelId="{54A3B60A-FE92-4D1C-9CF1-18DFA243855B}" type="presOf" srcId="{E6D52239-A7E8-4D70-81CE-F037AD47DFFB}" destId="{122077F6-88FE-4021-A024-8D9B11BABF87}" srcOrd="1" destOrd="0" presId="urn:microsoft.com/office/officeart/2005/8/layout/gear1"/>
    <dgm:cxn modelId="{71642E0F-1D19-45E9-9E26-908B635591D9}" type="presOf" srcId="{387F9D0E-C800-4D0D-9AA7-32F30E96AD66}" destId="{CD7DC2A5-E578-4661-9554-5F4EF6BA5288}" srcOrd="1" destOrd="0" presId="urn:microsoft.com/office/officeart/2005/8/layout/gear1"/>
    <dgm:cxn modelId="{1CDD4911-2295-41C9-9F68-A01036B4CCA9}" type="presOf" srcId="{E5BBA7B9-BE9B-4D66-9E47-81A9DC2EE3DC}" destId="{D452639A-E918-4A7A-8AA6-8F2862E40AB3}" srcOrd="0" destOrd="0" presId="urn:microsoft.com/office/officeart/2005/8/layout/gear1"/>
    <dgm:cxn modelId="{83717216-A2A4-4145-A32D-6B63B005DC4C}" type="presOf" srcId="{E6D52239-A7E8-4D70-81CE-F037AD47DFFB}" destId="{E73AE333-8F8D-4183-8A2C-A936DCA50FAE}" srcOrd="0" destOrd="0" presId="urn:microsoft.com/office/officeart/2005/8/layout/gear1"/>
    <dgm:cxn modelId="{6151DA34-9FD0-421D-A449-71A9EBE95B17}" type="presOf" srcId="{6202FB56-F964-4D5E-8FBA-4951CCDDCA1F}" destId="{493AB5DE-3CBE-42C4-848A-CECD8CE10D8C}" srcOrd="0" destOrd="0" presId="urn:microsoft.com/office/officeart/2005/8/layout/gear1"/>
    <dgm:cxn modelId="{4D88BC50-0CE8-4DD4-9151-13F378D2816F}" type="presOf" srcId="{7108D2F6-ED46-41BC-9D8F-845B578FD914}" destId="{110D7393-379B-4728-95FF-104E17D38143}" srcOrd="1" destOrd="0" presId="urn:microsoft.com/office/officeart/2005/8/layout/gear1"/>
    <dgm:cxn modelId="{37816476-C0E7-4650-93CF-F53ECA8A91E1}" type="presOf" srcId="{E6D52239-A7E8-4D70-81CE-F037AD47DFFB}" destId="{1F2E46E3-E974-4F3E-A44D-C83011D43D74}" srcOrd="3" destOrd="0" presId="urn:microsoft.com/office/officeart/2005/8/layout/gear1"/>
    <dgm:cxn modelId="{3098BE5A-D3CC-4A3C-97E2-592F743AD67F}" type="presOf" srcId="{E6D52239-A7E8-4D70-81CE-F037AD47DFFB}" destId="{20C027E2-D804-4CF0-9204-7C5F067730A4}" srcOrd="2" destOrd="0" presId="urn:microsoft.com/office/officeart/2005/8/layout/gear1"/>
    <dgm:cxn modelId="{CC792D92-CA4F-4A0D-9331-803D73F8BAFB}" srcId="{E5BBA7B9-BE9B-4D66-9E47-81A9DC2EE3DC}" destId="{E6D52239-A7E8-4D70-81CE-F037AD47DFFB}" srcOrd="2" destOrd="0" parTransId="{31F83FD2-DDCC-4ED0-A9FB-24B32ED3AD60}" sibTransId="{AA1EAB33-6F74-4910-94D4-75DA7E40918B}"/>
    <dgm:cxn modelId="{8DCACD94-FF1B-48E6-A154-4BF9D7717A6D}" type="presOf" srcId="{002C9FCF-2C5C-428E-828F-6E2FDF2FC440}" destId="{301E551A-BF38-4357-8DAD-988864015903}" srcOrd="0" destOrd="0" presId="urn:microsoft.com/office/officeart/2005/8/layout/gear1"/>
    <dgm:cxn modelId="{BBE3D298-0915-4C46-8B45-94891927FAF1}" type="presOf" srcId="{387F9D0E-C800-4D0D-9AA7-32F30E96AD66}" destId="{32FA2996-9BD9-4761-A711-25357A5AF5DF}" srcOrd="0" destOrd="0" presId="urn:microsoft.com/office/officeart/2005/8/layout/gear1"/>
    <dgm:cxn modelId="{79026AA4-D815-4873-AB5D-03E4DE1D575C}" type="presOf" srcId="{AA1EAB33-6F74-4910-94D4-75DA7E40918B}" destId="{66AFE560-87FD-4EBA-83D3-8D744363EEEA}" srcOrd="0" destOrd="0" presId="urn:microsoft.com/office/officeart/2005/8/layout/gear1"/>
    <dgm:cxn modelId="{F7B4F9C3-C9A0-493C-B2A6-9A354E786584}" type="presOf" srcId="{387F9D0E-C800-4D0D-9AA7-32F30E96AD66}" destId="{6A9DEE12-3DF3-4027-9822-262F949EEC82}" srcOrd="2" destOrd="0" presId="urn:microsoft.com/office/officeart/2005/8/layout/gear1"/>
    <dgm:cxn modelId="{CA08FDC3-045C-4B6C-A3DF-786A6CCA5040}" srcId="{E5BBA7B9-BE9B-4D66-9E47-81A9DC2EE3DC}" destId="{387F9D0E-C800-4D0D-9AA7-32F30E96AD66}" srcOrd="0" destOrd="0" parTransId="{58AF81A1-7A47-4474-B649-988D3226E2BA}" sibTransId="{6202FB56-F964-4D5E-8FBA-4951CCDDCA1F}"/>
    <dgm:cxn modelId="{8946A3D9-5987-4CAC-BCBC-87F4A2241823}" srcId="{E5BBA7B9-BE9B-4D66-9E47-81A9DC2EE3DC}" destId="{7108D2F6-ED46-41BC-9D8F-845B578FD914}" srcOrd="1" destOrd="0" parTransId="{60849784-EAC2-435B-819D-D23D3EBEBAB9}" sibTransId="{002C9FCF-2C5C-428E-828F-6E2FDF2FC440}"/>
    <dgm:cxn modelId="{1F0F83E4-0B77-45F6-9B58-591D9D62333F}" type="presOf" srcId="{7108D2F6-ED46-41BC-9D8F-845B578FD914}" destId="{7A86F7C4-327C-4553-941D-44368F977A09}" srcOrd="2" destOrd="0" presId="urn:microsoft.com/office/officeart/2005/8/layout/gear1"/>
    <dgm:cxn modelId="{75B78EE7-272C-487F-8BCB-96E218E01179}" type="presOf" srcId="{7108D2F6-ED46-41BC-9D8F-845B578FD914}" destId="{02F6C239-BBDC-4DBC-93BC-2CD9C3532E04}" srcOrd="0" destOrd="0" presId="urn:microsoft.com/office/officeart/2005/8/layout/gear1"/>
    <dgm:cxn modelId="{2FA898B7-F685-4F55-AA0D-CCD8F32B831E}" type="presParOf" srcId="{D452639A-E918-4A7A-8AA6-8F2862E40AB3}" destId="{32FA2996-9BD9-4761-A711-25357A5AF5DF}" srcOrd="0" destOrd="0" presId="urn:microsoft.com/office/officeart/2005/8/layout/gear1"/>
    <dgm:cxn modelId="{A3587988-3E7B-48AB-897B-761598734953}" type="presParOf" srcId="{D452639A-E918-4A7A-8AA6-8F2862E40AB3}" destId="{CD7DC2A5-E578-4661-9554-5F4EF6BA5288}" srcOrd="1" destOrd="0" presId="urn:microsoft.com/office/officeart/2005/8/layout/gear1"/>
    <dgm:cxn modelId="{CF24DCD1-AA37-4910-9061-D154E9DB3B57}" type="presParOf" srcId="{D452639A-E918-4A7A-8AA6-8F2862E40AB3}" destId="{6A9DEE12-3DF3-4027-9822-262F949EEC82}" srcOrd="2" destOrd="0" presId="urn:microsoft.com/office/officeart/2005/8/layout/gear1"/>
    <dgm:cxn modelId="{E43847A4-5103-4CAB-B36D-8FB7EC4E74E9}" type="presParOf" srcId="{D452639A-E918-4A7A-8AA6-8F2862E40AB3}" destId="{02F6C239-BBDC-4DBC-93BC-2CD9C3532E04}" srcOrd="3" destOrd="0" presId="urn:microsoft.com/office/officeart/2005/8/layout/gear1"/>
    <dgm:cxn modelId="{02F230B5-1BE3-4C65-AA85-3323BE2D01BE}" type="presParOf" srcId="{D452639A-E918-4A7A-8AA6-8F2862E40AB3}" destId="{110D7393-379B-4728-95FF-104E17D38143}" srcOrd="4" destOrd="0" presId="urn:microsoft.com/office/officeart/2005/8/layout/gear1"/>
    <dgm:cxn modelId="{6E9988B6-F00C-4E7A-A173-CD6A265B0A68}" type="presParOf" srcId="{D452639A-E918-4A7A-8AA6-8F2862E40AB3}" destId="{7A86F7C4-327C-4553-941D-44368F977A09}" srcOrd="5" destOrd="0" presId="urn:microsoft.com/office/officeart/2005/8/layout/gear1"/>
    <dgm:cxn modelId="{7AB77148-BD14-4B88-B81F-3CB6D299ABA7}" type="presParOf" srcId="{D452639A-E918-4A7A-8AA6-8F2862E40AB3}" destId="{E73AE333-8F8D-4183-8A2C-A936DCA50FAE}" srcOrd="6" destOrd="0" presId="urn:microsoft.com/office/officeart/2005/8/layout/gear1"/>
    <dgm:cxn modelId="{5659598A-F16D-403B-A36F-3916A6871C1A}" type="presParOf" srcId="{D452639A-E918-4A7A-8AA6-8F2862E40AB3}" destId="{122077F6-88FE-4021-A024-8D9B11BABF87}" srcOrd="7" destOrd="0" presId="urn:microsoft.com/office/officeart/2005/8/layout/gear1"/>
    <dgm:cxn modelId="{8E76A390-17D6-4195-B456-76C09BDB11F9}" type="presParOf" srcId="{D452639A-E918-4A7A-8AA6-8F2862E40AB3}" destId="{20C027E2-D804-4CF0-9204-7C5F067730A4}" srcOrd="8" destOrd="0" presId="urn:microsoft.com/office/officeart/2005/8/layout/gear1"/>
    <dgm:cxn modelId="{AD69234F-D74B-4F8F-A28A-D653F73708CD}" type="presParOf" srcId="{D452639A-E918-4A7A-8AA6-8F2862E40AB3}" destId="{1F2E46E3-E974-4F3E-A44D-C83011D43D74}" srcOrd="9" destOrd="0" presId="urn:microsoft.com/office/officeart/2005/8/layout/gear1"/>
    <dgm:cxn modelId="{53F8E5D1-5252-490D-ABD4-8442CA0FA50D}" type="presParOf" srcId="{D452639A-E918-4A7A-8AA6-8F2862E40AB3}" destId="{493AB5DE-3CBE-42C4-848A-CECD8CE10D8C}" srcOrd="10" destOrd="0" presId="urn:microsoft.com/office/officeart/2005/8/layout/gear1"/>
    <dgm:cxn modelId="{FF88F949-941D-4234-8D3D-6101B41AC306}" type="presParOf" srcId="{D452639A-E918-4A7A-8AA6-8F2862E40AB3}" destId="{301E551A-BF38-4357-8DAD-988864015903}" srcOrd="11" destOrd="0" presId="urn:microsoft.com/office/officeart/2005/8/layout/gear1"/>
    <dgm:cxn modelId="{44EC4AA9-BE14-410F-8A19-7290647BFF2F}" type="presParOf" srcId="{D452639A-E918-4A7A-8AA6-8F2862E40AB3}" destId="{66AFE560-87FD-4EBA-83D3-8D744363EEEA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9F8BD0-BD71-4EF9-8075-62AD1616E213}">
      <dsp:nvSpPr>
        <dsp:cNvPr id="0" name=""/>
        <dsp:cNvSpPr/>
      </dsp:nvSpPr>
      <dsp:spPr>
        <a:xfrm>
          <a:off x="5807" y="1159432"/>
          <a:ext cx="1613371" cy="1613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Educación financiera</a:t>
          </a:r>
        </a:p>
      </dsp:txBody>
      <dsp:txXfrm>
        <a:off x="242080" y="1395705"/>
        <a:ext cx="1140825" cy="1140825"/>
      </dsp:txXfrm>
    </dsp:sp>
    <dsp:sp modelId="{75BA8870-36F4-44ED-B6A2-ACB0A88BF407}">
      <dsp:nvSpPr>
        <dsp:cNvPr id="0" name=""/>
        <dsp:cNvSpPr/>
      </dsp:nvSpPr>
      <dsp:spPr>
        <a:xfrm>
          <a:off x="1750184" y="1498240"/>
          <a:ext cx="935755" cy="935755"/>
        </a:xfrm>
        <a:prstGeom prst="mathPlus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1874218" y="1856073"/>
        <a:ext cx="687687" cy="220089"/>
      </dsp:txXfrm>
    </dsp:sp>
    <dsp:sp modelId="{BD58D84A-C774-456F-B3ED-2953508FAF09}">
      <dsp:nvSpPr>
        <dsp:cNvPr id="0" name=""/>
        <dsp:cNvSpPr/>
      </dsp:nvSpPr>
      <dsp:spPr>
        <a:xfrm>
          <a:off x="2816945" y="1159432"/>
          <a:ext cx="1613371" cy="1613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Gestión del dinero</a:t>
          </a:r>
        </a:p>
      </dsp:txBody>
      <dsp:txXfrm>
        <a:off x="3053218" y="1395705"/>
        <a:ext cx="1140825" cy="1140825"/>
      </dsp:txXfrm>
    </dsp:sp>
    <dsp:sp modelId="{45B21AC2-CB62-4F93-A4F7-9122EFEB3179}">
      <dsp:nvSpPr>
        <dsp:cNvPr id="0" name=""/>
        <dsp:cNvSpPr/>
      </dsp:nvSpPr>
      <dsp:spPr>
        <a:xfrm>
          <a:off x="4561322" y="1498240"/>
          <a:ext cx="935755" cy="935755"/>
        </a:xfrm>
        <a:prstGeom prst="mathPlus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4685356" y="1856073"/>
        <a:ext cx="687687" cy="220089"/>
      </dsp:txXfrm>
    </dsp:sp>
    <dsp:sp modelId="{5A226CE2-8585-4D18-85EF-A64AE35DCCC6}">
      <dsp:nvSpPr>
        <dsp:cNvPr id="0" name=""/>
        <dsp:cNvSpPr/>
      </dsp:nvSpPr>
      <dsp:spPr>
        <a:xfrm>
          <a:off x="5628083" y="1159432"/>
          <a:ext cx="1613371" cy="1613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Gratuidad y accesibilidad total</a:t>
          </a:r>
        </a:p>
      </dsp:txBody>
      <dsp:txXfrm>
        <a:off x="5864356" y="1395705"/>
        <a:ext cx="1140825" cy="1140825"/>
      </dsp:txXfrm>
    </dsp:sp>
    <dsp:sp modelId="{F7BEE9BC-FB1C-4EC2-924B-133DA2E8BBED}">
      <dsp:nvSpPr>
        <dsp:cNvPr id="0" name=""/>
        <dsp:cNvSpPr/>
      </dsp:nvSpPr>
      <dsp:spPr>
        <a:xfrm>
          <a:off x="7372460" y="1498240"/>
          <a:ext cx="935755" cy="935755"/>
        </a:xfrm>
        <a:prstGeom prst="mathEqual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/>
        </a:p>
      </dsp:txBody>
      <dsp:txXfrm>
        <a:off x="7496494" y="1691006"/>
        <a:ext cx="687687" cy="550223"/>
      </dsp:txXfrm>
    </dsp:sp>
    <dsp:sp modelId="{796A2205-1BAC-4AC2-B809-45189FC5FD0B}">
      <dsp:nvSpPr>
        <dsp:cNvPr id="0" name=""/>
        <dsp:cNvSpPr/>
      </dsp:nvSpPr>
      <dsp:spPr>
        <a:xfrm>
          <a:off x="8439221" y="1159432"/>
          <a:ext cx="1613371" cy="161337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Healty wallet</a:t>
          </a:r>
        </a:p>
      </dsp:txBody>
      <dsp:txXfrm>
        <a:off x="8675494" y="1395705"/>
        <a:ext cx="1140825" cy="1140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B9989-59EA-45A7-A3AE-3778F0BDE3B0}">
      <dsp:nvSpPr>
        <dsp:cNvPr id="0" name=""/>
        <dsp:cNvSpPr/>
      </dsp:nvSpPr>
      <dsp:spPr>
        <a:xfrm>
          <a:off x="0" y="448559"/>
          <a:ext cx="10058399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99CFE4-FA61-47EF-AD51-81A1C21C2B41}">
      <dsp:nvSpPr>
        <dsp:cNvPr id="0" name=""/>
        <dsp:cNvSpPr/>
      </dsp:nvSpPr>
      <dsp:spPr>
        <a:xfrm>
          <a:off x="1249947" y="2619918"/>
          <a:ext cx="7040880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rtlCol="0" anchor="ctr" anchorCtr="0">
          <a:noAutofit/>
        </a:bodyPr>
        <a:lstStyle/>
        <a:p>
          <a:pPr marL="0" lvl="0" indent="0" algn="l" defTabSz="12446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800" kern="1200" noProof="0" dirty="0"/>
            <a:t>¿Por qué nuestro dinero pierde valor?</a:t>
          </a:r>
        </a:p>
      </dsp:txBody>
      <dsp:txXfrm>
        <a:off x="1293178" y="2663149"/>
        <a:ext cx="6954418" cy="799138"/>
      </dsp:txXfrm>
    </dsp:sp>
    <dsp:sp modelId="{9250786A-61CB-4EDD-B723-ED44EDE3983B}">
      <dsp:nvSpPr>
        <dsp:cNvPr id="0" name=""/>
        <dsp:cNvSpPr/>
      </dsp:nvSpPr>
      <dsp:spPr>
        <a:xfrm>
          <a:off x="0" y="1809360"/>
          <a:ext cx="10058399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645AC-890D-4AB8-BB61-29A484FD9609}">
      <dsp:nvSpPr>
        <dsp:cNvPr id="0" name=""/>
        <dsp:cNvSpPr/>
      </dsp:nvSpPr>
      <dsp:spPr>
        <a:xfrm>
          <a:off x="1374218" y="1259490"/>
          <a:ext cx="7040880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rtlCol="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2400" kern="1200" noProof="0" dirty="0"/>
            <a:t>¿diferencias entre un interés fijo y un interés compuesto?</a:t>
          </a:r>
        </a:p>
      </dsp:txBody>
      <dsp:txXfrm>
        <a:off x="1417449" y="1302721"/>
        <a:ext cx="6954418" cy="799138"/>
      </dsp:txXfrm>
    </dsp:sp>
    <dsp:sp modelId="{57648728-B5D6-42DA-A0CC-B9B2D7734E41}">
      <dsp:nvSpPr>
        <dsp:cNvPr id="0" name=""/>
        <dsp:cNvSpPr/>
      </dsp:nvSpPr>
      <dsp:spPr>
        <a:xfrm>
          <a:off x="0" y="3170160"/>
          <a:ext cx="10058399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61800" extrusionH="10600" prstMaterial="matte">
          <a:bevelT w="90600" h="18600" prst="softRound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221C3-0907-44FD-95DD-E8E38D1B43CB}">
      <dsp:nvSpPr>
        <dsp:cNvPr id="0" name=""/>
        <dsp:cNvSpPr/>
      </dsp:nvSpPr>
      <dsp:spPr>
        <a:xfrm>
          <a:off x="977369" y="61801"/>
          <a:ext cx="7040880" cy="88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66129" tIns="0" rIns="266129" bIns="0" numCol="1" spcCol="1270" rtlCol="0" anchor="ctr" anchorCtr="0">
          <a:noAutofit/>
        </a:bodyPr>
        <a:lstStyle/>
        <a:p>
          <a:pPr marL="0" lvl="0" indent="0" algn="l" defTabSz="1422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3200" kern="1200" noProof="0" dirty="0"/>
            <a:t>¿Que es la inflación?</a:t>
          </a:r>
        </a:p>
      </dsp:txBody>
      <dsp:txXfrm>
        <a:off x="1020600" y="105032"/>
        <a:ext cx="6954418" cy="799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78AB23-DD67-4CC5-8A8B-12534A9142A7}">
      <dsp:nvSpPr>
        <dsp:cNvPr id="0" name=""/>
        <dsp:cNvSpPr/>
      </dsp:nvSpPr>
      <dsp:spPr>
        <a:xfrm>
          <a:off x="653206" y="832735"/>
          <a:ext cx="2593181" cy="226676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Seguimiento simple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Herramientas básicas</a:t>
          </a:r>
        </a:p>
      </dsp:txBody>
      <dsp:txXfrm>
        <a:off x="1301501" y="1172750"/>
        <a:ext cx="1264175" cy="1586736"/>
      </dsp:txXfrm>
    </dsp:sp>
    <dsp:sp modelId="{579AE4E0-C2D1-496E-B384-FC8F7AD241B0}">
      <dsp:nvSpPr>
        <dsp:cNvPr id="0" name=""/>
        <dsp:cNvSpPr/>
      </dsp:nvSpPr>
      <dsp:spPr>
        <a:xfrm>
          <a:off x="4911" y="1317823"/>
          <a:ext cx="1296590" cy="12965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gestión</a:t>
          </a:r>
        </a:p>
      </dsp:txBody>
      <dsp:txXfrm>
        <a:off x="194792" y="1507704"/>
        <a:ext cx="916828" cy="916828"/>
      </dsp:txXfrm>
    </dsp:sp>
    <dsp:sp modelId="{0AAC9CBB-0B59-4AB2-879F-B9A746A02DCB}">
      <dsp:nvSpPr>
        <dsp:cNvPr id="0" name=""/>
        <dsp:cNvSpPr/>
      </dsp:nvSpPr>
      <dsp:spPr>
        <a:xfrm>
          <a:off x="4056757" y="832735"/>
          <a:ext cx="2593181" cy="226676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Contenidos por niveles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Videos y guías</a:t>
          </a:r>
        </a:p>
      </dsp:txBody>
      <dsp:txXfrm>
        <a:off x="4705052" y="1172750"/>
        <a:ext cx="1264175" cy="1586736"/>
      </dsp:txXfrm>
    </dsp:sp>
    <dsp:sp modelId="{375BA0E3-C166-4A50-85A7-CEBF0BCAD759}">
      <dsp:nvSpPr>
        <dsp:cNvPr id="0" name=""/>
        <dsp:cNvSpPr/>
      </dsp:nvSpPr>
      <dsp:spPr>
        <a:xfrm>
          <a:off x="3408461" y="1317823"/>
          <a:ext cx="1296590" cy="12965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Formación</a:t>
          </a:r>
        </a:p>
      </dsp:txBody>
      <dsp:txXfrm>
        <a:off x="3598342" y="1507704"/>
        <a:ext cx="916828" cy="916828"/>
      </dsp:txXfrm>
    </dsp:sp>
    <dsp:sp modelId="{536B5CE2-5C0F-47AF-BC5F-6D0D1BDAA0CD}">
      <dsp:nvSpPr>
        <dsp:cNvPr id="0" name=""/>
        <dsp:cNvSpPr/>
      </dsp:nvSpPr>
      <dsp:spPr>
        <a:xfrm>
          <a:off x="7460307" y="832735"/>
          <a:ext cx="2593181" cy="2266766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8255" rIns="16510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App gratuita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Manejo simple</a:t>
          </a:r>
        </a:p>
      </dsp:txBody>
      <dsp:txXfrm>
        <a:off x="8108602" y="1172750"/>
        <a:ext cx="1264175" cy="1586736"/>
      </dsp:txXfrm>
    </dsp:sp>
    <dsp:sp modelId="{C4452C8A-04EF-42CE-873A-1B57759BE4D9}">
      <dsp:nvSpPr>
        <dsp:cNvPr id="0" name=""/>
        <dsp:cNvSpPr/>
      </dsp:nvSpPr>
      <dsp:spPr>
        <a:xfrm>
          <a:off x="6812012" y="1317823"/>
          <a:ext cx="1296590" cy="129659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/>
            <a:t>Accesible</a:t>
          </a:r>
        </a:p>
      </dsp:txBody>
      <dsp:txXfrm>
        <a:off x="7001893" y="1507704"/>
        <a:ext cx="916828" cy="9168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1D3BC-0640-4F06-B301-F93E03B0CC20}">
      <dsp:nvSpPr>
        <dsp:cNvPr id="0" name=""/>
        <dsp:cNvSpPr/>
      </dsp:nvSpPr>
      <dsp:spPr>
        <a:xfrm>
          <a:off x="8594" y="321437"/>
          <a:ext cx="1384994" cy="692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Inicio</a:t>
          </a:r>
        </a:p>
      </dsp:txBody>
      <dsp:txXfrm>
        <a:off x="28877" y="341720"/>
        <a:ext cx="1344428" cy="651931"/>
      </dsp:txXfrm>
    </dsp:sp>
    <dsp:sp modelId="{41D56EA4-F01A-467E-8BCD-0CD7A51F4628}">
      <dsp:nvSpPr>
        <dsp:cNvPr id="0" name=""/>
        <dsp:cNvSpPr/>
      </dsp:nvSpPr>
      <dsp:spPr>
        <a:xfrm>
          <a:off x="147094" y="1013934"/>
          <a:ext cx="138499" cy="519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372"/>
              </a:lnTo>
              <a:lnTo>
                <a:pt x="138499" y="5193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A4A2B4-4FC0-4680-BDAE-46DFF2036D69}">
      <dsp:nvSpPr>
        <dsp:cNvPr id="0" name=""/>
        <dsp:cNvSpPr/>
      </dsp:nvSpPr>
      <dsp:spPr>
        <a:xfrm>
          <a:off x="285593" y="1187059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Registrarse</a:t>
          </a:r>
        </a:p>
      </dsp:txBody>
      <dsp:txXfrm>
        <a:off x="305876" y="1207342"/>
        <a:ext cx="1067429" cy="651931"/>
      </dsp:txXfrm>
    </dsp:sp>
    <dsp:sp modelId="{F474F5F6-27E9-451D-B95A-CD1392857B68}">
      <dsp:nvSpPr>
        <dsp:cNvPr id="0" name=""/>
        <dsp:cNvSpPr/>
      </dsp:nvSpPr>
      <dsp:spPr>
        <a:xfrm>
          <a:off x="147094" y="1013934"/>
          <a:ext cx="138499" cy="1384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4994"/>
              </a:lnTo>
              <a:lnTo>
                <a:pt x="138499" y="13849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B66DAF-39E3-48E8-9415-79E36D51A852}">
      <dsp:nvSpPr>
        <dsp:cNvPr id="0" name=""/>
        <dsp:cNvSpPr/>
      </dsp:nvSpPr>
      <dsp:spPr>
        <a:xfrm>
          <a:off x="285593" y="2052680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Login</a:t>
          </a:r>
        </a:p>
      </dsp:txBody>
      <dsp:txXfrm>
        <a:off x="305876" y="2072963"/>
        <a:ext cx="1067429" cy="651931"/>
      </dsp:txXfrm>
    </dsp:sp>
    <dsp:sp modelId="{880304A1-1BF3-43AE-ADE1-275070605AE7}">
      <dsp:nvSpPr>
        <dsp:cNvPr id="0" name=""/>
        <dsp:cNvSpPr/>
      </dsp:nvSpPr>
      <dsp:spPr>
        <a:xfrm>
          <a:off x="1739837" y="321437"/>
          <a:ext cx="1384994" cy="692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Balance general</a:t>
          </a:r>
        </a:p>
      </dsp:txBody>
      <dsp:txXfrm>
        <a:off x="1760120" y="341720"/>
        <a:ext cx="1344428" cy="651931"/>
      </dsp:txXfrm>
    </dsp:sp>
    <dsp:sp modelId="{BEA104A9-55C4-4ACA-AA06-1586FEA1B4C4}">
      <dsp:nvSpPr>
        <dsp:cNvPr id="0" name=""/>
        <dsp:cNvSpPr/>
      </dsp:nvSpPr>
      <dsp:spPr>
        <a:xfrm>
          <a:off x="1878337" y="1013934"/>
          <a:ext cx="138499" cy="519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372"/>
              </a:lnTo>
              <a:lnTo>
                <a:pt x="138499" y="5193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62DDBC-290B-4A13-88C3-9D26777DE492}">
      <dsp:nvSpPr>
        <dsp:cNvPr id="0" name=""/>
        <dsp:cNvSpPr/>
      </dsp:nvSpPr>
      <dsp:spPr>
        <a:xfrm>
          <a:off x="2016836" y="1187059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Balance del mes</a:t>
          </a:r>
        </a:p>
      </dsp:txBody>
      <dsp:txXfrm>
        <a:off x="2037119" y="1207342"/>
        <a:ext cx="1067429" cy="651931"/>
      </dsp:txXfrm>
    </dsp:sp>
    <dsp:sp modelId="{30F334B8-2EE1-46AA-9DA1-EADEDD5AA90C}">
      <dsp:nvSpPr>
        <dsp:cNvPr id="0" name=""/>
        <dsp:cNvSpPr/>
      </dsp:nvSpPr>
      <dsp:spPr>
        <a:xfrm>
          <a:off x="1878337" y="1013934"/>
          <a:ext cx="138499" cy="1384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4994"/>
              </a:lnTo>
              <a:lnTo>
                <a:pt x="138499" y="13849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5AD43D-94A8-47CD-90D7-45DE7C4AB5B4}">
      <dsp:nvSpPr>
        <dsp:cNvPr id="0" name=""/>
        <dsp:cNvSpPr/>
      </dsp:nvSpPr>
      <dsp:spPr>
        <a:xfrm>
          <a:off x="2016836" y="2052680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Tarjetas datos generales</a:t>
          </a:r>
        </a:p>
      </dsp:txBody>
      <dsp:txXfrm>
        <a:off x="2037119" y="2072963"/>
        <a:ext cx="1067429" cy="651931"/>
      </dsp:txXfrm>
    </dsp:sp>
    <dsp:sp modelId="{8B4C8ECA-EB48-42A4-8DD6-77EE458C399B}">
      <dsp:nvSpPr>
        <dsp:cNvPr id="0" name=""/>
        <dsp:cNvSpPr/>
      </dsp:nvSpPr>
      <dsp:spPr>
        <a:xfrm>
          <a:off x="3471081" y="321437"/>
          <a:ext cx="1384994" cy="692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Movimientos</a:t>
          </a:r>
        </a:p>
      </dsp:txBody>
      <dsp:txXfrm>
        <a:off x="3491364" y="341720"/>
        <a:ext cx="1344428" cy="651931"/>
      </dsp:txXfrm>
    </dsp:sp>
    <dsp:sp modelId="{85FFBF57-82CD-4564-A47B-92E502032A56}">
      <dsp:nvSpPr>
        <dsp:cNvPr id="0" name=""/>
        <dsp:cNvSpPr/>
      </dsp:nvSpPr>
      <dsp:spPr>
        <a:xfrm>
          <a:off x="3609580" y="1013934"/>
          <a:ext cx="138499" cy="519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372"/>
              </a:lnTo>
              <a:lnTo>
                <a:pt x="138499" y="5193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35F157-3B6D-4683-9E79-C17993CC3532}">
      <dsp:nvSpPr>
        <dsp:cNvPr id="0" name=""/>
        <dsp:cNvSpPr/>
      </dsp:nvSpPr>
      <dsp:spPr>
        <a:xfrm>
          <a:off x="3748080" y="1187059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Agregar Movimiento</a:t>
          </a:r>
        </a:p>
      </dsp:txBody>
      <dsp:txXfrm>
        <a:off x="3768363" y="1207342"/>
        <a:ext cx="1067429" cy="651931"/>
      </dsp:txXfrm>
    </dsp:sp>
    <dsp:sp modelId="{4C933C25-A774-43A9-97A6-07E0D94C194F}">
      <dsp:nvSpPr>
        <dsp:cNvPr id="0" name=""/>
        <dsp:cNvSpPr/>
      </dsp:nvSpPr>
      <dsp:spPr>
        <a:xfrm>
          <a:off x="3609580" y="1013934"/>
          <a:ext cx="138499" cy="1384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4994"/>
              </a:lnTo>
              <a:lnTo>
                <a:pt x="138499" y="13849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DBC2D8-5F18-4E65-8BF4-A06F254A7F88}">
      <dsp:nvSpPr>
        <dsp:cNvPr id="0" name=""/>
        <dsp:cNvSpPr/>
      </dsp:nvSpPr>
      <dsp:spPr>
        <a:xfrm>
          <a:off x="3748080" y="2052680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Eliminar Movimiento</a:t>
          </a:r>
        </a:p>
      </dsp:txBody>
      <dsp:txXfrm>
        <a:off x="3768363" y="2072963"/>
        <a:ext cx="1067429" cy="651931"/>
      </dsp:txXfrm>
    </dsp:sp>
    <dsp:sp modelId="{BF28659A-23F5-40C4-9B84-3DCC922BE073}">
      <dsp:nvSpPr>
        <dsp:cNvPr id="0" name=""/>
        <dsp:cNvSpPr/>
      </dsp:nvSpPr>
      <dsp:spPr>
        <a:xfrm>
          <a:off x="5202324" y="321437"/>
          <a:ext cx="1384994" cy="692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Presupuestos</a:t>
          </a:r>
        </a:p>
      </dsp:txBody>
      <dsp:txXfrm>
        <a:off x="5222607" y="341720"/>
        <a:ext cx="1344428" cy="651931"/>
      </dsp:txXfrm>
    </dsp:sp>
    <dsp:sp modelId="{358F54E4-1EEF-4DC3-9429-19655B6EDF99}">
      <dsp:nvSpPr>
        <dsp:cNvPr id="0" name=""/>
        <dsp:cNvSpPr/>
      </dsp:nvSpPr>
      <dsp:spPr>
        <a:xfrm>
          <a:off x="5340823" y="1013934"/>
          <a:ext cx="138499" cy="519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372"/>
              </a:lnTo>
              <a:lnTo>
                <a:pt x="138499" y="5193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D872EF-A2C2-4233-9383-31559241A4F1}">
      <dsp:nvSpPr>
        <dsp:cNvPr id="0" name=""/>
        <dsp:cNvSpPr/>
      </dsp:nvSpPr>
      <dsp:spPr>
        <a:xfrm>
          <a:off x="5479323" y="1187059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Crear Presupuesto</a:t>
          </a:r>
        </a:p>
      </dsp:txBody>
      <dsp:txXfrm>
        <a:off x="5499606" y="1207342"/>
        <a:ext cx="1067429" cy="651931"/>
      </dsp:txXfrm>
    </dsp:sp>
    <dsp:sp modelId="{69BCD191-87F6-443E-A076-C96433DE4C18}">
      <dsp:nvSpPr>
        <dsp:cNvPr id="0" name=""/>
        <dsp:cNvSpPr/>
      </dsp:nvSpPr>
      <dsp:spPr>
        <a:xfrm>
          <a:off x="5340823" y="1013934"/>
          <a:ext cx="138499" cy="1384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4994"/>
              </a:lnTo>
              <a:lnTo>
                <a:pt x="138499" y="13849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655C30-C45C-4C6E-947E-5E7C8A00C234}">
      <dsp:nvSpPr>
        <dsp:cNvPr id="0" name=""/>
        <dsp:cNvSpPr/>
      </dsp:nvSpPr>
      <dsp:spPr>
        <a:xfrm>
          <a:off x="5479323" y="2052680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Eliminar Presupuesto</a:t>
          </a:r>
          <a:endParaRPr lang="es-ES" sz="1200" kern="1200" dirty="0"/>
        </a:p>
      </dsp:txBody>
      <dsp:txXfrm>
        <a:off x="5499606" y="2072963"/>
        <a:ext cx="1067429" cy="651931"/>
      </dsp:txXfrm>
    </dsp:sp>
    <dsp:sp modelId="{DAADA0D9-57B1-48EF-94ED-9F004D952258}">
      <dsp:nvSpPr>
        <dsp:cNvPr id="0" name=""/>
        <dsp:cNvSpPr/>
      </dsp:nvSpPr>
      <dsp:spPr>
        <a:xfrm>
          <a:off x="5340823" y="1013934"/>
          <a:ext cx="138499" cy="22506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0616"/>
              </a:lnTo>
              <a:lnTo>
                <a:pt x="138499" y="22506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20B4C5-D3DD-4AE1-9B61-5270E6A4307A}">
      <dsp:nvSpPr>
        <dsp:cNvPr id="0" name=""/>
        <dsp:cNvSpPr/>
      </dsp:nvSpPr>
      <dsp:spPr>
        <a:xfrm>
          <a:off x="5479323" y="2918302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Editar Presupuesto</a:t>
          </a:r>
          <a:endParaRPr lang="es-ES" sz="1200" kern="1200" dirty="0"/>
        </a:p>
      </dsp:txBody>
      <dsp:txXfrm>
        <a:off x="5499606" y="2938585"/>
        <a:ext cx="1067429" cy="651931"/>
      </dsp:txXfrm>
    </dsp:sp>
    <dsp:sp modelId="{A987B68E-4171-4D81-8C1A-21A4535F17C3}">
      <dsp:nvSpPr>
        <dsp:cNvPr id="0" name=""/>
        <dsp:cNvSpPr/>
      </dsp:nvSpPr>
      <dsp:spPr>
        <a:xfrm>
          <a:off x="6933567" y="321437"/>
          <a:ext cx="1384994" cy="692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Metas</a:t>
          </a:r>
        </a:p>
      </dsp:txBody>
      <dsp:txXfrm>
        <a:off x="6953850" y="341720"/>
        <a:ext cx="1344428" cy="651931"/>
      </dsp:txXfrm>
    </dsp:sp>
    <dsp:sp modelId="{4D250755-E679-45AC-86BB-4A0C2A048CD9}">
      <dsp:nvSpPr>
        <dsp:cNvPr id="0" name=""/>
        <dsp:cNvSpPr/>
      </dsp:nvSpPr>
      <dsp:spPr>
        <a:xfrm>
          <a:off x="7072066" y="1013934"/>
          <a:ext cx="138499" cy="519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372"/>
              </a:lnTo>
              <a:lnTo>
                <a:pt x="138499" y="5193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F7B830-85DB-4EA5-A6F2-E33380F09E67}">
      <dsp:nvSpPr>
        <dsp:cNvPr id="0" name=""/>
        <dsp:cNvSpPr/>
      </dsp:nvSpPr>
      <dsp:spPr>
        <a:xfrm>
          <a:off x="7210566" y="1187059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Agregar Meta</a:t>
          </a:r>
          <a:endParaRPr lang="es-ES" sz="1200" kern="1200" dirty="0"/>
        </a:p>
      </dsp:txBody>
      <dsp:txXfrm>
        <a:off x="7230849" y="1207342"/>
        <a:ext cx="1067429" cy="651931"/>
      </dsp:txXfrm>
    </dsp:sp>
    <dsp:sp modelId="{3FE98A70-0162-465C-8C6E-F104EBCF7D4B}">
      <dsp:nvSpPr>
        <dsp:cNvPr id="0" name=""/>
        <dsp:cNvSpPr/>
      </dsp:nvSpPr>
      <dsp:spPr>
        <a:xfrm>
          <a:off x="7072066" y="1013934"/>
          <a:ext cx="138499" cy="1384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4994"/>
              </a:lnTo>
              <a:lnTo>
                <a:pt x="138499" y="13849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D9202-4D3B-41D0-9385-79C7A05620A5}">
      <dsp:nvSpPr>
        <dsp:cNvPr id="0" name=""/>
        <dsp:cNvSpPr/>
      </dsp:nvSpPr>
      <dsp:spPr>
        <a:xfrm>
          <a:off x="7210566" y="2052680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Agregar ahorro</a:t>
          </a:r>
          <a:endParaRPr lang="es-ES" sz="1200" kern="1200" dirty="0"/>
        </a:p>
      </dsp:txBody>
      <dsp:txXfrm>
        <a:off x="7230849" y="2072963"/>
        <a:ext cx="1067429" cy="651931"/>
      </dsp:txXfrm>
    </dsp:sp>
    <dsp:sp modelId="{D66EBDA8-6801-45BD-A92E-1B160C9CB0EA}">
      <dsp:nvSpPr>
        <dsp:cNvPr id="0" name=""/>
        <dsp:cNvSpPr/>
      </dsp:nvSpPr>
      <dsp:spPr>
        <a:xfrm>
          <a:off x="7072066" y="1013934"/>
          <a:ext cx="138499" cy="22506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0616"/>
              </a:lnTo>
              <a:lnTo>
                <a:pt x="138499" y="22506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5EE02F-6776-4764-9078-0FE475744ED9}">
      <dsp:nvSpPr>
        <dsp:cNvPr id="0" name=""/>
        <dsp:cNvSpPr/>
      </dsp:nvSpPr>
      <dsp:spPr>
        <a:xfrm>
          <a:off x="7210566" y="2918302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Eliminar meta</a:t>
          </a:r>
        </a:p>
      </dsp:txBody>
      <dsp:txXfrm>
        <a:off x="7230849" y="2938585"/>
        <a:ext cx="1067429" cy="651931"/>
      </dsp:txXfrm>
    </dsp:sp>
    <dsp:sp modelId="{00FA0E76-CF9D-40A2-935C-23BA5A5EA274}">
      <dsp:nvSpPr>
        <dsp:cNvPr id="0" name=""/>
        <dsp:cNvSpPr/>
      </dsp:nvSpPr>
      <dsp:spPr>
        <a:xfrm>
          <a:off x="8664810" y="321437"/>
          <a:ext cx="1384994" cy="692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Educación</a:t>
          </a:r>
        </a:p>
      </dsp:txBody>
      <dsp:txXfrm>
        <a:off x="8685093" y="341720"/>
        <a:ext cx="1344428" cy="651931"/>
      </dsp:txXfrm>
    </dsp:sp>
    <dsp:sp modelId="{1BE89638-B157-49BA-BAA5-D0E0F1F1105E}">
      <dsp:nvSpPr>
        <dsp:cNvPr id="0" name=""/>
        <dsp:cNvSpPr/>
      </dsp:nvSpPr>
      <dsp:spPr>
        <a:xfrm>
          <a:off x="8803310" y="1013934"/>
          <a:ext cx="138499" cy="5193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372"/>
              </a:lnTo>
              <a:lnTo>
                <a:pt x="138499" y="5193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7572F4-E7CD-49A4-A7D6-5FAA801F098E}">
      <dsp:nvSpPr>
        <dsp:cNvPr id="0" name=""/>
        <dsp:cNvSpPr/>
      </dsp:nvSpPr>
      <dsp:spPr>
        <a:xfrm>
          <a:off x="8941809" y="1187059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Videos por nivel</a:t>
          </a:r>
          <a:endParaRPr lang="es-ES" sz="1200" kern="1200" dirty="0"/>
        </a:p>
      </dsp:txBody>
      <dsp:txXfrm>
        <a:off x="8962092" y="1207342"/>
        <a:ext cx="1067429" cy="651931"/>
      </dsp:txXfrm>
    </dsp:sp>
    <dsp:sp modelId="{4FD20AE5-3B4A-4A9C-8A3B-00E5EB1B3BCF}">
      <dsp:nvSpPr>
        <dsp:cNvPr id="0" name=""/>
        <dsp:cNvSpPr/>
      </dsp:nvSpPr>
      <dsp:spPr>
        <a:xfrm>
          <a:off x="8803310" y="1013934"/>
          <a:ext cx="138499" cy="13849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4994"/>
              </a:lnTo>
              <a:lnTo>
                <a:pt x="138499" y="13849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BA6A46-636B-4953-8CB3-5647D6314343}">
      <dsp:nvSpPr>
        <dsp:cNvPr id="0" name=""/>
        <dsp:cNvSpPr/>
      </dsp:nvSpPr>
      <dsp:spPr>
        <a:xfrm>
          <a:off x="8941809" y="2052680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Libro de la semana</a:t>
          </a:r>
          <a:endParaRPr lang="es-ES" sz="1200" kern="1200" dirty="0"/>
        </a:p>
      </dsp:txBody>
      <dsp:txXfrm>
        <a:off x="8962092" y="2072963"/>
        <a:ext cx="1067429" cy="651931"/>
      </dsp:txXfrm>
    </dsp:sp>
    <dsp:sp modelId="{F8295D18-CD90-468B-8F74-22CD0FEA7866}">
      <dsp:nvSpPr>
        <dsp:cNvPr id="0" name=""/>
        <dsp:cNvSpPr/>
      </dsp:nvSpPr>
      <dsp:spPr>
        <a:xfrm>
          <a:off x="8803310" y="1013934"/>
          <a:ext cx="138499" cy="22506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0616"/>
              </a:lnTo>
              <a:lnTo>
                <a:pt x="138499" y="22506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279B7C-8E24-4EF7-B136-F697057918C5}">
      <dsp:nvSpPr>
        <dsp:cNvPr id="0" name=""/>
        <dsp:cNvSpPr/>
      </dsp:nvSpPr>
      <dsp:spPr>
        <a:xfrm>
          <a:off x="8941809" y="2918302"/>
          <a:ext cx="1107995" cy="6924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50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/>
            <a:t>Herramientas </a:t>
          </a:r>
          <a:endParaRPr lang="es-ES" sz="1200" kern="1200" dirty="0"/>
        </a:p>
      </dsp:txBody>
      <dsp:txXfrm>
        <a:off x="8962092" y="2938585"/>
        <a:ext cx="1067429" cy="6519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EBDC7-5AC6-4CC9-A879-D63563ED29C7}">
      <dsp:nvSpPr>
        <dsp:cNvPr id="0" name=""/>
        <dsp:cNvSpPr/>
      </dsp:nvSpPr>
      <dsp:spPr>
        <a:xfrm>
          <a:off x="5329992" y="0"/>
          <a:ext cx="2359342" cy="23593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Independiente de bancos</a:t>
          </a:r>
        </a:p>
      </dsp:txBody>
      <dsp:txXfrm>
        <a:off x="5644571" y="412884"/>
        <a:ext cx="1730184" cy="1061703"/>
      </dsp:txXfrm>
    </dsp:sp>
    <dsp:sp modelId="{B97D9720-71CD-4BD9-8B48-40C0963EB4E4}">
      <dsp:nvSpPr>
        <dsp:cNvPr id="0" name=""/>
        <dsp:cNvSpPr/>
      </dsp:nvSpPr>
      <dsp:spPr>
        <a:xfrm>
          <a:off x="6374622" y="1560689"/>
          <a:ext cx="2359342" cy="23593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Enfoque educativo real y accesible</a:t>
          </a:r>
        </a:p>
      </dsp:txBody>
      <dsp:txXfrm>
        <a:off x="7096188" y="2170185"/>
        <a:ext cx="1415605" cy="1297638"/>
      </dsp:txXfrm>
    </dsp:sp>
    <dsp:sp modelId="{A827CDA9-1108-4912-9764-C638C85D1431}">
      <dsp:nvSpPr>
        <dsp:cNvPr id="0" name=""/>
        <dsp:cNvSpPr/>
      </dsp:nvSpPr>
      <dsp:spPr>
        <a:xfrm>
          <a:off x="4348050" y="1560689"/>
          <a:ext cx="2359342" cy="23593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0 interés lucrativo</a:t>
          </a:r>
        </a:p>
      </dsp:txBody>
      <dsp:txXfrm>
        <a:off x="4570221" y="2170185"/>
        <a:ext cx="1415605" cy="129763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A2996-9BD9-4761-A711-25357A5AF5DF}">
      <dsp:nvSpPr>
        <dsp:cNvPr id="0" name=""/>
        <dsp:cNvSpPr/>
      </dsp:nvSpPr>
      <dsp:spPr>
        <a:xfrm>
          <a:off x="4832588" y="1769506"/>
          <a:ext cx="2162730" cy="2162730"/>
        </a:xfrm>
        <a:prstGeom prst="gear9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Arquitectura MVVM</a:t>
          </a:r>
        </a:p>
      </dsp:txBody>
      <dsp:txXfrm>
        <a:off x="5267393" y="2276115"/>
        <a:ext cx="1293120" cy="1111688"/>
      </dsp:txXfrm>
    </dsp:sp>
    <dsp:sp modelId="{02F6C239-BBDC-4DBC-93BC-2CD9C3532E04}">
      <dsp:nvSpPr>
        <dsp:cNvPr id="0" name=""/>
        <dsp:cNvSpPr/>
      </dsp:nvSpPr>
      <dsp:spPr>
        <a:xfrm>
          <a:off x="3574272" y="1258315"/>
          <a:ext cx="1572894" cy="1572894"/>
        </a:xfrm>
        <a:prstGeom prst="gear6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Room (SQLite)</a:t>
          </a:r>
        </a:p>
      </dsp:txBody>
      <dsp:txXfrm>
        <a:off x="3970253" y="1656689"/>
        <a:ext cx="780932" cy="776146"/>
      </dsp:txXfrm>
    </dsp:sp>
    <dsp:sp modelId="{E73AE333-8F8D-4183-8A2C-A936DCA50FAE}">
      <dsp:nvSpPr>
        <dsp:cNvPr id="0" name=""/>
        <dsp:cNvSpPr/>
      </dsp:nvSpPr>
      <dsp:spPr>
        <a:xfrm rot="20700000">
          <a:off x="4455253" y="173178"/>
          <a:ext cx="1541115" cy="1541115"/>
        </a:xfrm>
        <a:prstGeom prst="gear6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Android Studio + Java</a:t>
          </a:r>
        </a:p>
      </dsp:txBody>
      <dsp:txXfrm rot="-20700000">
        <a:off x="4793265" y="511190"/>
        <a:ext cx="865092" cy="865092"/>
      </dsp:txXfrm>
    </dsp:sp>
    <dsp:sp modelId="{493AB5DE-3CBE-42C4-848A-CECD8CE10D8C}">
      <dsp:nvSpPr>
        <dsp:cNvPr id="0" name=""/>
        <dsp:cNvSpPr/>
      </dsp:nvSpPr>
      <dsp:spPr>
        <a:xfrm>
          <a:off x="4663436" y="1444773"/>
          <a:ext cx="2768294" cy="2768294"/>
        </a:xfrm>
        <a:prstGeom prst="circularArrow">
          <a:avLst>
            <a:gd name="adj1" fmla="val 4688"/>
            <a:gd name="adj2" fmla="val 299029"/>
            <a:gd name="adj3" fmla="val 2509701"/>
            <a:gd name="adj4" fmla="val 15875274"/>
            <a:gd name="adj5" fmla="val 5469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01E551A-BF38-4357-8DAD-988864015903}">
      <dsp:nvSpPr>
        <dsp:cNvPr id="0" name=""/>
        <dsp:cNvSpPr/>
      </dsp:nvSpPr>
      <dsp:spPr>
        <a:xfrm>
          <a:off x="3295715" y="911418"/>
          <a:ext cx="2011339" cy="2011339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AFE560-87FD-4EBA-83D3-8D744363EEEA}">
      <dsp:nvSpPr>
        <dsp:cNvPr id="0" name=""/>
        <dsp:cNvSpPr/>
      </dsp:nvSpPr>
      <dsp:spPr>
        <a:xfrm>
          <a:off x="4098777" y="-163258"/>
          <a:ext cx="2168628" cy="2168628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8627C86-0A06-4AFA-8619-4771DB488B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5E16A4-9F40-442F-BB9F-5DB89B117B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978BB-17AB-49B9-831D-E0A226C1140D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79291C-8864-4C7E-9BE1-CEDDECE510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830B5-FE2A-42D4-930A-4CC171CE8A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516F7-CC4C-4572-9A13-9CBD1F476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6330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C793-600A-4516-927F-947C954D8023}" type="datetimeFigureOut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estilos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D66D-B8C4-4C71-AFDB-4F8602FE9580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6206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7034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86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9351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8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91668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41623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11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05589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14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45328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16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03514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17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33363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19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53260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noProof="0" smtClean="0"/>
              <a:t>20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2249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4053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4" name="Grupo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20" name="Marcador de posición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7610C9F1-60D2-4D1C-B89C-9F9966ED900D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21" name="Marcador de posición de pie de página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2" name="Marcador de posición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ED689D8-1390-447D-BE19-F6D5EEF5492B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pSp>
        <p:nvGrpSpPr>
          <p:cNvPr id="31" name="Grupo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Conector recto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9364C9D6-9F1A-453E-A424-93F2690E71F9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4544BF3-413D-4595-9F8C-D91E7937F37D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57D6BF9E-7CF2-4B2B-9DB2-5A2AB03E41C9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9D8B4B4F-F042-47DC-829C-166835A561CC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53C2E1D-7BAD-4EB1-AF16-7910ABF5B599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Rectángulo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15" name="Rectángulo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DA921DE-2EA3-4C3D-8AF3-9E6B3697C994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Rectángulo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Rectángulo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AA60543-E69F-4E28-B8F5-FF924A50D477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E404415-8C3B-4357-9F1F-F89AF8F0CE05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986A27CE-E4FF-4E4C-90C6-74D29C6C5B05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CEABC672-13F0-4EAD-8EF0-47AAAAD40C0C}" type="datetime1">
              <a:rPr lang="es-ES" noProof="0" smtClean="0"/>
              <a:t>09/12/2025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93BFCDB3-13C4-4D69-848D-3F1F4D6B8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C2B9599-6E7A-4DD2-B13A-B4F68A135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377648-1ED1-4112-805B-16C14CE9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/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63B59CB-289C-4850-A932-358B9E412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877" y="806752"/>
            <a:ext cx="6570161" cy="5244497"/>
          </a:xfrm>
          <a:prstGeom prst="rect">
            <a:avLst/>
          </a:prstGeom>
          <a:solidFill>
            <a:schemeClr val="tx1"/>
          </a:solidFill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8867647-07B7-4265-832F-DE0E80979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516AC468-2C3D-4337-A9A2-81175F6D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2A873262-74DB-4FD1-9625-E4616CF01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9F3D15D-CB95-47AD-87F5-9CFF84F61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D90EC3D-482A-4E73-B198-E8341A0D0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7981" y="2139825"/>
            <a:ext cx="3238829" cy="3252231"/>
          </a:xfrm>
        </p:spPr>
        <p:txBody>
          <a:bodyPr rtlCol="0">
            <a:normAutofit/>
          </a:bodyPr>
          <a:lstStyle/>
          <a:p>
            <a:r>
              <a:rPr lang="es-ES" sz="4800" dirty="0">
                <a:solidFill>
                  <a:schemeClr val="accent1"/>
                </a:solidFill>
              </a:rPr>
              <a:t>Healthy wallet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2048EE7C-B77F-4E59-88A7-DD66337B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0024" y="4708186"/>
            <a:ext cx="3238829" cy="1496816"/>
          </a:xfrm>
        </p:spPr>
        <p:txBody>
          <a:bodyPr rtlCol="0">
            <a:normAutofit/>
          </a:bodyPr>
          <a:lstStyle/>
          <a:p>
            <a:r>
              <a:rPr lang="es-ES" sz="1400" dirty="0">
                <a:solidFill>
                  <a:srgbClr val="FFFFFF"/>
                </a:solidFill>
              </a:rPr>
              <a:t>Marcos Peque</a:t>
            </a:r>
          </a:p>
          <a:p>
            <a:r>
              <a:rPr lang="es-ES" sz="1400" dirty="0">
                <a:solidFill>
                  <a:srgbClr val="FFFFFF"/>
                </a:solidFill>
              </a:rPr>
              <a:t>Marbán</a:t>
            </a:r>
          </a:p>
          <a:p>
            <a:pPr rtl="0"/>
            <a:r>
              <a:rPr lang="es-ES" sz="1400" dirty="0">
                <a:solidFill>
                  <a:srgbClr val="FFFFFF"/>
                </a:solidFill>
              </a:rPr>
              <a:t>DAM</a:t>
            </a:r>
          </a:p>
          <a:p>
            <a:pPr rtl="0"/>
            <a:r>
              <a:rPr lang="es-ES" sz="1400" dirty="0">
                <a:solidFill>
                  <a:srgbClr val="FFFFFF"/>
                </a:solidFill>
              </a:rPr>
              <a:t>Proyecto final de grado</a:t>
            </a:r>
          </a:p>
        </p:txBody>
      </p:sp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000497FF-EF47-7DE7-08E4-0D5F34C93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078" y="1921791"/>
            <a:ext cx="2823365" cy="325223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5D6AFE5E-BCE2-84D6-D89C-626D353831A8}"/>
              </a:ext>
            </a:extLst>
          </p:cNvPr>
          <p:cNvSpPr txBox="1">
            <a:spLocks/>
          </p:cNvSpPr>
          <p:nvPr/>
        </p:nvSpPr>
        <p:spPr>
          <a:xfrm>
            <a:off x="8166876" y="1595316"/>
            <a:ext cx="4025124" cy="32522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s-ES" sz="4800" dirty="0">
                <a:solidFill>
                  <a:srgbClr val="FFFFFF"/>
                </a:solidFill>
              </a:rPr>
              <a:t>Tfg Educación financiera</a:t>
            </a:r>
          </a:p>
        </p:txBody>
      </p:sp>
    </p:spTree>
    <p:extLst>
      <p:ext uri="{BB962C8B-B14F-4D97-AF65-F5344CB8AC3E}">
        <p14:creationId xmlns:p14="http://schemas.microsoft.com/office/powerpoint/2010/main" val="75576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9DC33-511D-0A26-3844-3B43158DE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70254"/>
            <a:ext cx="10058400" cy="1371600"/>
          </a:xfrm>
        </p:spPr>
        <p:txBody>
          <a:bodyPr/>
          <a:lstStyle/>
          <a:p>
            <a:r>
              <a:rPr lang="es-ES" dirty="0"/>
              <a:t>¿Qué es Healty Wallet?</a:t>
            </a:r>
          </a:p>
        </p:txBody>
      </p:sp>
      <p:graphicFrame>
        <p:nvGraphicFramePr>
          <p:cNvPr id="18" name="Marcador de contenido 17">
            <a:extLst>
              <a:ext uri="{FF2B5EF4-FFF2-40B4-BE49-F238E27FC236}">
                <a16:creationId xmlns:a16="http://schemas.microsoft.com/office/drawing/2014/main" id="{3CE6FAC2-A1A6-A350-3DC7-05303185B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868023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Imagen 15" descr="Icono&#10;&#10;El contenido generado por IA puede ser incorrecto.">
            <a:extLst>
              <a:ext uri="{FF2B5EF4-FFF2-40B4-BE49-F238E27FC236}">
                <a16:creationId xmlns:a16="http://schemas.microsoft.com/office/drawing/2014/main" id="{F2B17D5F-D12E-295A-0886-1397AACCD5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7046" y="553668"/>
            <a:ext cx="908564" cy="104657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AE66BEF-4CB5-2277-4519-C328403F813C}"/>
              </a:ext>
            </a:extLst>
          </p:cNvPr>
          <p:cNvSpPr txBox="1"/>
          <p:nvPr/>
        </p:nvSpPr>
        <p:spPr>
          <a:xfrm>
            <a:off x="1066800" y="1918772"/>
            <a:ext cx="7300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 una herramienta de gestión y educación financiera</a:t>
            </a:r>
          </a:p>
        </p:txBody>
      </p:sp>
    </p:spTree>
    <p:extLst>
      <p:ext uri="{BB962C8B-B14F-4D97-AF65-F5344CB8AC3E}">
        <p14:creationId xmlns:p14="http://schemas.microsoft.com/office/powerpoint/2010/main" val="392687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ángulo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5" name="Imagen 2" descr="Hojas en primer plano">
            <a:extLst>
              <a:ext uri="{FF2B5EF4-FFF2-40B4-BE49-F238E27FC236}">
                <a16:creationId xmlns:a16="http://schemas.microsoft.com/office/drawing/2014/main" id="{C542C31E-A9A6-4196-9C15-D9E26F2B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613366" cy="1371600"/>
          </a:xfrm>
        </p:spPr>
        <p:txBody>
          <a:bodyPr rtlCol="0">
            <a:normAutofit fontScale="90000"/>
          </a:bodyPr>
          <a:lstStyle/>
          <a:p>
            <a:pPr algn="ctr" rtl="0">
              <a:tabLst>
                <a:tab pos="4119563" algn="l"/>
              </a:tabLst>
            </a:pPr>
            <a:r>
              <a:rPr lang="es-ES" dirty="0"/>
              <a:t>¿Qué sabemos a cerca de las finanzas?</a:t>
            </a:r>
          </a:p>
        </p:txBody>
      </p:sp>
      <p:graphicFrame>
        <p:nvGraphicFramePr>
          <p:cNvPr id="9" name="Marcador de posición de contenido 8" descr="Iconos de SmartArt">
            <a:extLst>
              <a:ext uri="{FF2B5EF4-FFF2-40B4-BE49-F238E27FC236}">
                <a16:creationId xmlns:a16="http://schemas.microsoft.com/office/drawing/2014/main" id="{8FF6EDB8-0D3A-4193-BDFE-DD56CEA7D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3325122"/>
              </p:ext>
            </p:extLst>
          </p:nvPr>
        </p:nvGraphicFramePr>
        <p:xfrm>
          <a:off x="1066800" y="2103120"/>
          <a:ext cx="1005840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EC755C5A-4A03-1CFC-11F1-BDFDCDCBC3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7723" y="404850"/>
            <a:ext cx="908564" cy="10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95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8B213-C5AD-62CB-C33D-D785CB9C2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¿Por qué surgió la idea?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AB8A5E-DFD3-1CE6-96A4-EBF4328AC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 idea es personal surgió en cuanto me empecé a formar en finanzas para aplicarlo a mis finanzas personales.</a:t>
            </a:r>
          </a:p>
          <a:p>
            <a:endParaRPr lang="es-ES" dirty="0"/>
          </a:p>
          <a:p>
            <a:r>
              <a:rPr lang="es-ES" dirty="0"/>
              <a:t>En cuanto te formas un poco ves el analfabetismo financiero que sufrimos todos, da igual el rango de edad.</a:t>
            </a: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A8ACD4AD-D631-8116-52A7-39BECE197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6708" y="553668"/>
            <a:ext cx="908564" cy="1046575"/>
          </a:xfrm>
          <a:prstGeom prst="rect">
            <a:avLst/>
          </a:prstGeom>
        </p:spPr>
      </p:pic>
      <p:pic>
        <p:nvPicPr>
          <p:cNvPr id="1028" name="Picture 4" descr="estres dinero Así puedes recobrar el control para una mente tranquila y  finanzas sanas | BIENESTAR | EL COMERCIO PERÚ">
            <a:extLst>
              <a:ext uri="{FF2B5EF4-FFF2-40B4-BE49-F238E27FC236}">
                <a16:creationId xmlns:a16="http://schemas.microsoft.com/office/drawing/2014/main" id="{69014FF9-76C6-5A61-436B-B919198E0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303" y="4033624"/>
            <a:ext cx="3545393" cy="218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236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50F90-9ADF-A90A-3E84-8422B732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problema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65377747-C815-42AA-B0A5-B2C05780B3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554109"/>
              </p:ext>
            </p:extLst>
          </p:nvPr>
        </p:nvGraphicFramePr>
        <p:xfrm>
          <a:off x="1066800" y="2583963"/>
          <a:ext cx="9604118" cy="345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C5269164-9C2E-9C89-AA67-7AFFF45210C3}"/>
              </a:ext>
            </a:extLst>
          </p:cNvPr>
          <p:cNvSpPr txBox="1"/>
          <p:nvPr/>
        </p:nvSpPr>
        <p:spPr>
          <a:xfrm>
            <a:off x="1066800" y="1691028"/>
            <a:ext cx="8115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El problema que tenemos ahora mismo es la falta de educación en la gestión financiera</a:t>
            </a:r>
          </a:p>
        </p:txBody>
      </p:sp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BBA5C7C2-EB36-F62C-147D-E97894165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0918" y="488954"/>
            <a:ext cx="908564" cy="10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9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AAAB0-BAE3-71E2-18DD-7F2786D7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solución: Healthy Wallet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51763A3B-EF6E-9069-6221-C05D816256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3005757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n 5" descr="Icono&#10;&#10;El contenido generado por IA puede ser incorrecto.">
            <a:extLst>
              <a:ext uri="{FF2B5EF4-FFF2-40B4-BE49-F238E27FC236}">
                <a16:creationId xmlns:a16="http://schemas.microsoft.com/office/drawing/2014/main" id="{C5B32E45-EC27-3391-6C55-CD3565E424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0918" y="642594"/>
            <a:ext cx="908564" cy="104657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27EDDD47-07F8-0664-7EE1-8F8BD29DB2C9}"/>
              </a:ext>
            </a:extLst>
          </p:cNvPr>
          <p:cNvSpPr txBox="1"/>
          <p:nvPr/>
        </p:nvSpPr>
        <p:spPr>
          <a:xfrm>
            <a:off x="948266" y="2103438"/>
            <a:ext cx="2912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Como ofrecemos esa solución:</a:t>
            </a:r>
          </a:p>
        </p:txBody>
      </p:sp>
    </p:spTree>
    <p:extLst>
      <p:ext uri="{BB962C8B-B14F-4D97-AF65-F5344CB8AC3E}">
        <p14:creationId xmlns:p14="http://schemas.microsoft.com/office/powerpoint/2010/main" val="1563666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CA0A4-3FE6-446B-B7E2-BAB03DFB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Funciones principales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A30CDDBE-2418-6964-50F2-929C366E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18" y="642594"/>
            <a:ext cx="908564" cy="1046575"/>
          </a:xfrm>
          <a:prstGeom prst="rect">
            <a:avLst/>
          </a:prstGeom>
        </p:spPr>
      </p:pic>
      <p:graphicFrame>
        <p:nvGraphicFramePr>
          <p:cNvPr id="12" name="Marcador de contenido 11">
            <a:extLst>
              <a:ext uri="{FF2B5EF4-FFF2-40B4-BE49-F238E27FC236}">
                <a16:creationId xmlns:a16="http://schemas.microsoft.com/office/drawing/2014/main" id="{4E3BA280-E215-388E-590A-08559CF140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5901967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290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CE0F5-0DD1-391A-E50F-B0A476A4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Diferencias con el mercado</a:t>
            </a:r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32BD273C-1517-C3B1-24D2-C3AA4D4F4F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534944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7BB183B9-ABEC-7267-873B-4B38F1C818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6708" y="553668"/>
            <a:ext cx="908564" cy="104657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2A6BAAB-361C-35B5-E993-5F7440167A17}"/>
              </a:ext>
            </a:extLst>
          </p:cNvPr>
          <p:cNvSpPr txBox="1"/>
          <p:nvPr/>
        </p:nvSpPr>
        <p:spPr>
          <a:xfrm>
            <a:off x="1066800" y="2014194"/>
            <a:ext cx="37882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Las principales diferencias con las actuales apps con las que competiría:</a:t>
            </a:r>
          </a:p>
          <a:p>
            <a:endParaRPr lang="es-ES" dirty="0"/>
          </a:p>
        </p:txBody>
      </p:sp>
      <p:pic>
        <p:nvPicPr>
          <p:cNvPr id="11" name="Imagen 10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9435CF7E-386F-E826-1A54-F78B702BDA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514" y="3214523"/>
            <a:ext cx="2065050" cy="2065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8957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F85F3-781F-1A95-6C0D-4A433292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Tecnología usada</a:t>
            </a:r>
            <a:br>
              <a:rPr lang="es-ES"/>
            </a:b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04E78BE-F0D5-C825-928A-70A5BD3496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4167592"/>
              </p:ext>
            </p:extLst>
          </p:nvPr>
        </p:nvGraphicFramePr>
        <p:xfrm>
          <a:off x="1066800" y="2103438"/>
          <a:ext cx="10058400" cy="393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3FF4EDA7-720E-A309-5CC6-A854E249816F}"/>
              </a:ext>
            </a:extLst>
          </p:cNvPr>
          <p:cNvSpPr txBox="1"/>
          <p:nvPr/>
        </p:nvSpPr>
        <p:spPr>
          <a:xfrm flipH="1">
            <a:off x="1251529" y="1596787"/>
            <a:ext cx="2337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Principales tecnologías usadas para el desarrollo del proyecto:</a:t>
            </a:r>
          </a:p>
        </p:txBody>
      </p:sp>
    </p:spTree>
    <p:extLst>
      <p:ext uri="{BB962C8B-B14F-4D97-AF65-F5344CB8AC3E}">
        <p14:creationId xmlns:p14="http://schemas.microsoft.com/office/powerpoint/2010/main" val="1621017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804ACE7-17BB-7DE8-13D4-B0F8F9FD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/>
          <a:lstStyle/>
          <a:p>
            <a:r>
              <a:rPr lang="en-US" dirty="0"/>
              <a:t>Pantalla Inicio de sesion</a:t>
            </a:r>
          </a:p>
        </p:txBody>
      </p:sp>
      <p:pic>
        <p:nvPicPr>
          <p:cNvPr id="6" name="Marcador de posición de 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D0E5BE7-B8F3-82CD-38CA-C249B9FF6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4510" y="636176"/>
            <a:ext cx="2555432" cy="5585647"/>
          </a:xfr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A4CA7D4-AF32-65C7-2E86-810131822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/>
          <a:lstStyle/>
          <a:p>
            <a:r>
              <a:rPr lang="en-US" dirty="0"/>
              <a:t>Esta pantalla es la primera que aparece le pedira un usuario ya creado  si no esta creado Debera Registrarse</a:t>
            </a:r>
          </a:p>
        </p:txBody>
      </p:sp>
    </p:spTree>
    <p:extLst>
      <p:ext uri="{BB962C8B-B14F-4D97-AF65-F5344CB8AC3E}">
        <p14:creationId xmlns:p14="http://schemas.microsoft.com/office/powerpoint/2010/main" val="2171759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3747C-B8CB-BA3A-3952-9F2DEC1F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Registro</a:t>
            </a:r>
          </a:p>
        </p:txBody>
      </p:sp>
      <p:pic>
        <p:nvPicPr>
          <p:cNvPr id="6" name="Marcador de contenido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11089F9-68AE-1E4F-F126-26FD131D0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8823" y="740682"/>
            <a:ext cx="2566398" cy="5376636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5DF897-FADF-39B3-CE0C-1FF1B6EC0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En esta pantalla deberá registrarse si no tiene una cuenta creada o si quiere crear varias cuentas.</a:t>
            </a:r>
          </a:p>
        </p:txBody>
      </p:sp>
    </p:spTree>
    <p:extLst>
      <p:ext uri="{BB962C8B-B14F-4D97-AF65-F5344CB8AC3E}">
        <p14:creationId xmlns:p14="http://schemas.microsoft.com/office/powerpoint/2010/main" val="4231096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54F4D-DE87-3306-D477-AC82EB277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Principal</a:t>
            </a:r>
          </a:p>
        </p:txBody>
      </p:sp>
      <p:pic>
        <p:nvPicPr>
          <p:cNvPr id="6" name="Marcador de contenido 5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58BCA29D-EB7F-A142-678D-810BE9826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796" y="544738"/>
            <a:ext cx="2750033" cy="5768524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74188F-775B-F0AD-0462-CA59B9A4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Esta es la pantalla donde tenemos todos los datos a cerca de nuestra cuenta/usuario.</a:t>
            </a:r>
          </a:p>
        </p:txBody>
      </p:sp>
    </p:spTree>
    <p:extLst>
      <p:ext uri="{BB962C8B-B14F-4D97-AF65-F5344CB8AC3E}">
        <p14:creationId xmlns:p14="http://schemas.microsoft.com/office/powerpoint/2010/main" val="2203830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B9D04-7E25-F7EF-92F0-8D9171B04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balance mensual</a:t>
            </a:r>
          </a:p>
        </p:txBody>
      </p:sp>
      <p:pic>
        <p:nvPicPr>
          <p:cNvPr id="6" name="Marcador de contenido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2B2AFED-E477-ACCB-6316-33D75EBE3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2883" y="607392"/>
            <a:ext cx="2771000" cy="5714773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2C267C-BE55-8A99-2A10-0AC31956A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Pantalla donde vemos datos mas concretos de como vamos con nuestros objetivos y estadísticas a tener </a:t>
            </a:r>
            <a:r>
              <a:rPr lang="es-ES"/>
              <a:t>en cuenta.</a:t>
            </a:r>
          </a:p>
        </p:txBody>
      </p:sp>
    </p:spTree>
    <p:extLst>
      <p:ext uri="{BB962C8B-B14F-4D97-AF65-F5344CB8AC3E}">
        <p14:creationId xmlns:p14="http://schemas.microsoft.com/office/powerpoint/2010/main" val="2624032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45630-679A-8745-8084-9576BDEA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Movimientos</a:t>
            </a:r>
          </a:p>
        </p:txBody>
      </p:sp>
      <p:pic>
        <p:nvPicPr>
          <p:cNvPr id="6" name="Marcador de contenido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068389B-03DB-F2AD-BBBD-790AA83C4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2004" y="730621"/>
            <a:ext cx="2572368" cy="5411271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DFD5F7-5191-04A5-A2C6-0CC629AA0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Registro de todos los gastos o ingresos que añadamos con posibilidad de eliminarlos manteniendo pulsado dicho movimiento</a:t>
            </a:r>
          </a:p>
        </p:txBody>
      </p:sp>
      <p:pic>
        <p:nvPicPr>
          <p:cNvPr id="14" name="Imagen 1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B00B444D-1037-0074-FD45-87D0887D0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385" y="730621"/>
            <a:ext cx="2602653" cy="541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14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50439-4CC5-42E3-E5BE-F4C73281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Añadir Movimiento</a:t>
            </a:r>
          </a:p>
        </p:txBody>
      </p:sp>
      <p:pic>
        <p:nvPicPr>
          <p:cNvPr id="6" name="Marcador de contenido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D78B4E78-4034-CE39-F7E0-D4AA81D9B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4203" y="607392"/>
            <a:ext cx="2668663" cy="5507264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CB9385-D440-89FE-1A64-4280D740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En esta pantalla podremos agregar un gasto o un ingreso</a:t>
            </a:r>
          </a:p>
        </p:txBody>
      </p:sp>
    </p:spTree>
    <p:extLst>
      <p:ext uri="{BB962C8B-B14F-4D97-AF65-F5344CB8AC3E}">
        <p14:creationId xmlns:p14="http://schemas.microsoft.com/office/powerpoint/2010/main" val="450671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79135-CE48-4520-4D1F-EA5CD24F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399" y="607392"/>
            <a:ext cx="2561771" cy="1645920"/>
          </a:xfrm>
        </p:spPr>
        <p:txBody>
          <a:bodyPr/>
          <a:lstStyle/>
          <a:p>
            <a:r>
              <a:rPr lang="es-ES" dirty="0"/>
              <a:t>Pantalla presupuestos</a:t>
            </a:r>
          </a:p>
        </p:txBody>
      </p:sp>
      <p:pic>
        <p:nvPicPr>
          <p:cNvPr id="6" name="Marcador de contenido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CBF0344-063B-5506-B1D1-439B96B3D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88427" y="525917"/>
            <a:ext cx="2737381" cy="5806166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00008A-7871-A30E-C62E-01E2474C3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En esta pantalla podremos ver , editar o eliminar los presupuestos añadidos</a:t>
            </a:r>
          </a:p>
        </p:txBody>
      </p:sp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708C6F10-6870-39AE-9B75-BDBB12C48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023" y="525917"/>
            <a:ext cx="2737381" cy="570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704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8A3C7-6FF0-F8C4-06C9-327B57791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Crear Presupuestos</a:t>
            </a:r>
          </a:p>
        </p:txBody>
      </p:sp>
      <p:pic>
        <p:nvPicPr>
          <p:cNvPr id="6" name="Marcador de contenido 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57C1E6C-7724-11F9-BA78-DF088F12D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02946" y="560082"/>
            <a:ext cx="2761917" cy="5737835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501E53-E2BE-320D-CA07-C9F67E915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En esta pantalla añadiremos los presupuestos que veamos necesarios.</a:t>
            </a:r>
          </a:p>
        </p:txBody>
      </p:sp>
    </p:spTree>
    <p:extLst>
      <p:ext uri="{BB962C8B-B14F-4D97-AF65-F5344CB8AC3E}">
        <p14:creationId xmlns:p14="http://schemas.microsoft.com/office/powerpoint/2010/main" val="470567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6C63A-4C4B-264A-5A2E-89A5C169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Metas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918323-F0E9-4071-0196-FE1C3549F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Seguimiento de metas con porcentaje y barra indicadora de progreso.</a:t>
            </a:r>
          </a:p>
        </p:txBody>
      </p:sp>
      <p:pic>
        <p:nvPicPr>
          <p:cNvPr id="10" name="Marcador de contenido 9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6C609209-D684-E86C-9620-FFE1CF8A0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4279" y="704850"/>
            <a:ext cx="2535442" cy="5143500"/>
          </a:xfrm>
        </p:spPr>
      </p:pic>
    </p:spTree>
    <p:extLst>
      <p:ext uri="{BB962C8B-B14F-4D97-AF65-F5344CB8AC3E}">
        <p14:creationId xmlns:p14="http://schemas.microsoft.com/office/powerpoint/2010/main" val="3691205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32BBE-39AC-254C-58C1-092C59389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nueva meta</a:t>
            </a:r>
          </a:p>
        </p:txBody>
      </p:sp>
      <p:pic>
        <p:nvPicPr>
          <p:cNvPr id="8" name="Marcador de contenido 7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D0D9793E-2C1C-15A0-1C31-6AA9E0EB9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94702" y="607392"/>
            <a:ext cx="2648196" cy="5405664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896807-8CC5-D097-1CB2-8569100A5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En esta pantalla agregaremos las metas</a:t>
            </a:r>
          </a:p>
        </p:txBody>
      </p:sp>
    </p:spTree>
    <p:extLst>
      <p:ext uri="{BB962C8B-B14F-4D97-AF65-F5344CB8AC3E}">
        <p14:creationId xmlns:p14="http://schemas.microsoft.com/office/powerpoint/2010/main" val="1576013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805A0-2EFD-651F-68A9-FFDC7DD7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agregar ahorro</a:t>
            </a:r>
          </a:p>
        </p:txBody>
      </p:sp>
      <p:pic>
        <p:nvPicPr>
          <p:cNvPr id="8" name="Marcador de contenido 7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F20330D1-BB72-A432-4BA0-2C0C1BD4E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05585" y="704850"/>
            <a:ext cx="2532829" cy="5143500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8CDE7-28D7-729E-8D76-32A07E2BF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En esta pantalla podremos eliminar la meta o agregarle un nuevo ahorro para completar esa meta.</a:t>
            </a:r>
          </a:p>
        </p:txBody>
      </p:sp>
    </p:spTree>
    <p:extLst>
      <p:ext uri="{BB962C8B-B14F-4D97-AF65-F5344CB8AC3E}">
        <p14:creationId xmlns:p14="http://schemas.microsoft.com/office/powerpoint/2010/main" val="4232138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3A537-E982-A201-3E89-5D80C21B8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Pantalla Educación Financiera</a:t>
            </a:r>
          </a:p>
        </p:txBody>
      </p:sp>
      <p:pic>
        <p:nvPicPr>
          <p:cNvPr id="6" name="Marcador de contenido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BACF908-EAB8-32C4-5D45-C0AD934A0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781" y="907838"/>
            <a:ext cx="2146690" cy="4386489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8E1369-7686-C43F-D124-561935A8A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Pantalla en la que podemos ver videos , comprar el libro recomendado de la semana o usar las herramientas financieras.</a:t>
            </a:r>
          </a:p>
        </p:txBody>
      </p:sp>
      <p:pic>
        <p:nvPicPr>
          <p:cNvPr id="8" name="Imagen 7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052BA330-3568-8E1F-E698-581291794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41"/>
          <a:stretch>
            <a:fillRect/>
          </a:stretch>
        </p:blipFill>
        <p:spPr>
          <a:xfrm>
            <a:off x="2890439" y="907838"/>
            <a:ext cx="2492229" cy="4386489"/>
          </a:xfrm>
          <a:prstGeom prst="rect">
            <a:avLst/>
          </a:prstGeom>
        </p:spPr>
      </p:pic>
      <p:pic>
        <p:nvPicPr>
          <p:cNvPr id="10" name="Imagen 9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5A74FF69-FFC0-F063-EEB2-E184936F3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637" y="907838"/>
            <a:ext cx="2882650" cy="246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27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06FF3823-BBAD-4D28-B6DB-E416E2409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3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E20F056-0FFD-4EE9-BDCB-8963C7F8B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7507ED7-71D7-4B95-8D4F-7B3E18623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A38E6D2-F0D9-4B69-ABEB-EB70412E8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35880" y="1267730"/>
            <a:ext cx="1920240" cy="731520"/>
            <a:chOff x="4828372" y="1267730"/>
            <a:chExt cx="2227748" cy="731520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025EA075-7728-48F3-B18E-92389160D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5880" y="1267730"/>
              <a:ext cx="1920240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1115E6AD-1E2A-40FE-B424-56271D8A8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28372" y="1267730"/>
              <a:ext cx="1567331" cy="645295"/>
              <a:chOff x="5318306" y="1386268"/>
              <a:chExt cx="1567331" cy="645295"/>
            </a:xfrm>
          </p:grpSpPr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D2CFBBA0-D70F-4068-8385-B020EA21AA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5318306" y="1386268"/>
                <a:ext cx="0" cy="640080"/>
              </a:xfrm>
              <a:prstGeom prst="lin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rgbClr val="FFFFFF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D963F62F-FFD6-43CD-BE0D-00770BB97C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6885637" y="1386268"/>
                <a:ext cx="0" cy="640080"/>
              </a:xfrm>
              <a:prstGeom prst="lin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rgbClr val="FFFFFF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875688F4-0BFA-49D0-92B0-84CBE5508B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5318306" y="2031563"/>
                <a:ext cx="1567331" cy="0"/>
              </a:xfrm>
              <a:prstGeom prst="lin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rgbClr val="FFFFFF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9" name="Imagen 8" descr="Flores brillantes">
            <a:extLst>
              <a:ext uri="{FF2B5EF4-FFF2-40B4-BE49-F238E27FC236}">
                <a16:creationId xmlns:a16="http://schemas.microsoft.com/office/drawing/2014/main" id="{E3AED392-F4FF-45D7-9A91-FD20E7E29C4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7290"/>
            <a:ext cx="12191980" cy="685799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7BB58C53-AF1A-4577-9FD9-2A6A3DDEA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5F7F7DE-2DAA-4260-B379-423DEC36F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2BAEBB-B897-4E2E-8BE7-753F1060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863" y="2091263"/>
            <a:ext cx="9576262" cy="188332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s-ES" sz="3600" dirty="0"/>
            </a:br>
            <a:br>
              <a:rPr lang="es-ES" sz="3600" dirty="0"/>
            </a:br>
            <a:r>
              <a:rPr lang="es-ES" sz="3600" dirty="0"/>
              <a:t>Muchas gracias por su atención</a:t>
            </a:r>
            <a:br>
              <a:rPr lang="es-ES" sz="3600" dirty="0"/>
            </a:br>
            <a:br>
              <a:rPr lang="es-ES" sz="2700" dirty="0"/>
            </a:br>
            <a:r>
              <a:rPr lang="es-ES" sz="2700" dirty="0"/>
              <a:t>¿Alguna pregunta?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459DEA66-4826-47AE-AD32-B06226F8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2899" y="4741008"/>
            <a:ext cx="9070848" cy="698612"/>
          </a:xfrm>
        </p:spPr>
        <p:txBody>
          <a:bodyPr vert="horz" lIns="91440" tIns="45720" rIns="91440" bIns="45720" rtlCol="0">
            <a:normAutofit/>
          </a:bodyPr>
          <a:lstStyle/>
          <a:p>
            <a:pPr rtl="0">
              <a:spcBef>
                <a:spcPts val="0"/>
              </a:spcBef>
            </a:pPr>
            <a:r>
              <a:rPr lang="es-ES" spc="80" dirty="0"/>
              <a:t>Marcos Peque Marbán</a:t>
            </a:r>
          </a:p>
          <a:p>
            <a:pPr rtl="0">
              <a:spcBef>
                <a:spcPts val="0"/>
              </a:spcBef>
            </a:pPr>
            <a:r>
              <a:rPr lang="es-ES" spc="80" dirty="0"/>
              <a:t>HealtyWallet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C0C984F-4779-40F8-A8DC-59DD7615B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7D5430C-DB52-4EA6-8319-C7AC4C171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166ECFA-EC1E-4CD9-A9CC-1EBFE29AB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746FE2E-3188-4CA0-96F7-21A68D1B1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FA71DF27-76AD-AA77-A18D-FDE70455E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8692" y="1418381"/>
            <a:ext cx="635055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06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9751727_TF78440441" id="{8124CA7B-D09D-4442-8065-5B4988299C03}" vid="{ED9CC861-8305-4014-8AEE-D8DC366825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Garden Savon</Template>
  <TotalTime>150</TotalTime>
  <Words>498</Words>
  <Application>Microsoft Office PowerPoint</Application>
  <PresentationFormat>Panorámica</PresentationFormat>
  <Paragraphs>105</Paragraphs>
  <Slides>22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Century Gothic</vt:lpstr>
      <vt:lpstr>Savon</vt:lpstr>
      <vt:lpstr>Healthy wallet</vt:lpstr>
      <vt:lpstr>¿Qué es Healty Wallet?</vt:lpstr>
      <vt:lpstr>¿Qué sabemos a cerca de las finanzas?</vt:lpstr>
      <vt:lpstr>¿Por qué surgió la idea?</vt:lpstr>
      <vt:lpstr>El problema</vt:lpstr>
      <vt:lpstr>La solución: Healthy Wallet</vt:lpstr>
      <vt:lpstr>Funciones principales</vt:lpstr>
      <vt:lpstr>Diferencias con el mercado</vt:lpstr>
      <vt:lpstr>Tecnología usada </vt:lpstr>
      <vt:lpstr>Pantalla Inicio de sesion</vt:lpstr>
      <vt:lpstr>Pantalla Registro</vt:lpstr>
      <vt:lpstr>Pantalla Principal</vt:lpstr>
      <vt:lpstr>Pantalla balance mensual</vt:lpstr>
      <vt:lpstr>Pantalla Movimientos</vt:lpstr>
      <vt:lpstr>Pantalla Añadir Movimiento</vt:lpstr>
      <vt:lpstr>Pantalla presupuestos</vt:lpstr>
      <vt:lpstr>Pantalla Crear Presupuestos</vt:lpstr>
      <vt:lpstr>Pantalla Metas</vt:lpstr>
      <vt:lpstr>Pantalla nueva meta</vt:lpstr>
      <vt:lpstr>Pantalla agregar ahorro</vt:lpstr>
      <vt:lpstr>Pantalla Educación Financiera</vt:lpstr>
      <vt:lpstr>  Muchas gracias por su atención  ¿Alguna pregunta?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PEQUE MARBAN</dc:creator>
  <cp:lastModifiedBy>MARCOS PEQUE MARBAN</cp:lastModifiedBy>
  <cp:revision>2</cp:revision>
  <dcterms:created xsi:type="dcterms:W3CDTF">2025-12-09T17:28:09Z</dcterms:created>
  <dcterms:modified xsi:type="dcterms:W3CDTF">2025-12-09T20:08:40Z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